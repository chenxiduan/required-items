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2"/>
    <p:sldId id="3650" r:id="rId3"/>
    <p:sldId id="258" r:id="rId4"/>
    <p:sldId id="3644" r:id="rId5"/>
    <p:sldId id="267" r:id="rId6"/>
    <p:sldId id="3663" r:id="rId7"/>
    <p:sldId id="3664" r:id="rId8"/>
    <p:sldId id="364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CA08"/>
    <a:srgbClr val="F8931D"/>
    <a:srgbClr val="B23214"/>
    <a:srgbClr val="D7C3C3"/>
    <a:srgbClr val="EA9354"/>
    <a:srgbClr val="E2BB8B"/>
    <a:srgbClr val="EC7016"/>
    <a:srgbClr val="F08D4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473" autoAdjust="0"/>
  </p:normalViewPr>
  <p:slideViewPr>
    <p:cSldViewPr snapToGrid="0">
      <p:cViewPr>
        <p:scale>
          <a:sx n="70" d="100"/>
          <a:sy n="70" d="100"/>
        </p:scale>
        <p:origin x="2154" y="36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唐璇" userId="adf17bcb-6e69-4c5f-8a8f-4a1897473c23" providerId="ADAL" clId="{8D35C391-EF79-402F-AA7A-5E838A84C801}"/>
    <pc:docChg chg="undo redo custSel addSld delSld modSld sldOrd">
      <pc:chgData name="唐璇" userId="adf17bcb-6e69-4c5f-8a8f-4a1897473c23" providerId="ADAL" clId="{8D35C391-EF79-402F-AA7A-5E838A84C801}" dt="2020-10-11T13:32:09.513" v="10020" actId="20577"/>
      <pc:docMkLst>
        <pc:docMk/>
      </pc:docMkLst>
      <pc:sldChg chg="addSp delSp modSp mod modTransition delAnim modNotesTx">
        <pc:chgData name="唐璇" userId="adf17bcb-6e69-4c5f-8a8f-4a1897473c23" providerId="ADAL" clId="{8D35C391-EF79-402F-AA7A-5E838A84C801}" dt="2020-10-11T13:20:01.639" v="9666" actId="20577"/>
        <pc:sldMkLst>
          <pc:docMk/>
          <pc:sldMk cId="0" sldId="257"/>
        </pc:sldMkLst>
        <pc:spChg chg="add mod">
          <ac:chgData name="唐璇" userId="adf17bcb-6e69-4c5f-8a8f-4a1897473c23" providerId="ADAL" clId="{8D35C391-EF79-402F-AA7A-5E838A84C801}" dt="2020-10-11T12:06:38.252" v="1324"/>
          <ac:spMkLst>
            <pc:docMk/>
            <pc:sldMk cId="0" sldId="257"/>
            <ac:spMk id="4" creationId="{6605DA8A-0DB6-494F-ACAB-466691022386}"/>
          </ac:spMkLst>
        </pc:spChg>
        <pc:spChg chg="mod">
          <ac:chgData name="唐璇" userId="adf17bcb-6e69-4c5f-8a8f-4a1897473c23" providerId="ADAL" clId="{8D35C391-EF79-402F-AA7A-5E838A84C801}" dt="2020-10-11T10:39:09.760" v="62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唐璇" userId="adf17bcb-6e69-4c5f-8a8f-4a1897473c23" providerId="ADAL" clId="{8D35C391-EF79-402F-AA7A-5E838A84C801}" dt="2020-10-11T12:06:29.418" v="1307" actId="1076"/>
          <ac:spMkLst>
            <pc:docMk/>
            <pc:sldMk cId="0" sldId="257"/>
            <ac:spMk id="13" creationId="{00000000-0000-0000-0000-000000000000}"/>
          </ac:spMkLst>
        </pc:spChg>
        <pc:spChg chg="del">
          <ac:chgData name="唐璇" userId="adf17bcb-6e69-4c5f-8a8f-4a1897473c23" providerId="ADAL" clId="{8D35C391-EF79-402F-AA7A-5E838A84C801}" dt="2020-10-11T10:37:40.003" v="26" actId="478"/>
          <ac:spMkLst>
            <pc:docMk/>
            <pc:sldMk cId="0" sldId="257"/>
            <ac:spMk id="21" creationId="{00000000-0000-0000-0000-000000000000}"/>
          </ac:spMkLst>
        </pc:spChg>
        <pc:spChg chg="del mod">
          <ac:chgData name="唐璇" userId="adf17bcb-6e69-4c5f-8a8f-4a1897473c23" providerId="ADAL" clId="{8D35C391-EF79-402F-AA7A-5E838A84C801}" dt="2020-10-11T10:38:25.619" v="57" actId="21"/>
          <ac:spMkLst>
            <pc:docMk/>
            <pc:sldMk cId="0" sldId="257"/>
            <ac:spMk id="22" creationId="{00000000-0000-0000-0000-000000000000}"/>
          </ac:spMkLst>
        </pc:spChg>
        <pc:picChg chg="del">
          <ac:chgData name="唐璇" userId="adf17bcb-6e69-4c5f-8a8f-4a1897473c23" providerId="ADAL" clId="{8D35C391-EF79-402F-AA7A-5E838A84C801}" dt="2020-10-11T11:54:02.623" v="1171" actId="478"/>
          <ac:picMkLst>
            <pc:docMk/>
            <pc:sldMk cId="0" sldId="257"/>
            <ac:picMk id="25" creationId="{00000000-0000-0000-0000-000000000000}"/>
          </ac:picMkLst>
        </pc:picChg>
        <pc:cxnChg chg="mod">
          <ac:chgData name="唐璇" userId="adf17bcb-6e69-4c5f-8a8f-4a1897473c23" providerId="ADAL" clId="{8D35C391-EF79-402F-AA7A-5E838A84C801}" dt="2020-10-11T10:39:09.760" v="62" actId="1076"/>
          <ac:cxnSpMkLst>
            <pc:docMk/>
            <pc:sldMk cId="0" sldId="257"/>
            <ac:cxnSpMk id="11" creationId="{00000000-0000-0000-0000-000000000000}"/>
          </ac:cxnSpMkLst>
        </pc:cxnChg>
        <pc:cxnChg chg="mod">
          <ac:chgData name="唐璇" userId="adf17bcb-6e69-4c5f-8a8f-4a1897473c23" providerId="ADAL" clId="{8D35C391-EF79-402F-AA7A-5E838A84C801}" dt="2020-10-11T10:39:09.760" v="62" actId="1076"/>
          <ac:cxnSpMkLst>
            <pc:docMk/>
            <pc:sldMk cId="0" sldId="257"/>
            <ac:cxnSpMk id="14" creationId="{00000000-0000-0000-0000-000000000000}"/>
          </ac:cxnSpMkLst>
        </pc:cxnChg>
      </pc:sldChg>
      <pc:sldChg chg="addSp delSp modSp add del mod modTransition modNotesTx">
        <pc:chgData name="唐璇" userId="adf17bcb-6e69-4c5f-8a8f-4a1897473c23" providerId="ADAL" clId="{8D35C391-EF79-402F-AA7A-5E838A84C801}" dt="2020-10-11T13:19:44.456" v="9647"/>
        <pc:sldMkLst>
          <pc:docMk/>
          <pc:sldMk cId="0" sldId="258"/>
        </pc:sldMkLst>
        <pc:spChg chg="add mod ord">
          <ac:chgData name="唐璇" userId="adf17bcb-6e69-4c5f-8a8f-4a1897473c23" providerId="ADAL" clId="{8D35C391-EF79-402F-AA7A-5E838A84C801}" dt="2020-10-11T10:43:09.104" v="254" actId="167"/>
          <ac:spMkLst>
            <pc:docMk/>
            <pc:sldMk cId="0" sldId="258"/>
            <ac:spMk id="2" creationId="{A4314781-95B0-4819-964F-8893C9CC191E}"/>
          </ac:spMkLst>
        </pc:spChg>
        <pc:spChg chg="mod">
          <ac:chgData name="唐璇" userId="adf17bcb-6e69-4c5f-8a8f-4a1897473c23" providerId="ADAL" clId="{8D35C391-EF79-402F-AA7A-5E838A84C801}" dt="2020-10-11T10:42:06.720" v="229" actId="1076"/>
          <ac:spMkLst>
            <pc:docMk/>
            <pc:sldMk cId="0" sldId="258"/>
            <ac:spMk id="47" creationId="{00000000-0000-0000-0000-000000000000}"/>
          </ac:spMkLst>
        </pc:spChg>
        <pc:grpChg chg="del">
          <ac:chgData name="唐璇" userId="adf17bcb-6e69-4c5f-8a8f-4a1897473c23" providerId="ADAL" clId="{8D35C391-EF79-402F-AA7A-5E838A84C801}" dt="2020-10-11T10:41:55.960" v="178" actId="478"/>
          <ac:grpSpMkLst>
            <pc:docMk/>
            <pc:sldMk cId="0" sldId="258"/>
            <ac:grpSpMk id="10" creationId="{00000000-0000-0000-0000-000000000000}"/>
          </ac:grpSpMkLst>
        </pc:grpChg>
        <pc:grpChg chg="del">
          <ac:chgData name="唐璇" userId="adf17bcb-6e69-4c5f-8a8f-4a1897473c23" providerId="ADAL" clId="{8D35C391-EF79-402F-AA7A-5E838A84C801}" dt="2020-10-11T10:41:55.960" v="178" actId="478"/>
          <ac:grpSpMkLst>
            <pc:docMk/>
            <pc:sldMk cId="0" sldId="258"/>
            <ac:grpSpMk id="50" creationId="{00000000-0000-0000-0000-000000000000}"/>
          </ac:grpSpMkLst>
        </pc:grpChg>
        <pc:grpChg chg="del">
          <ac:chgData name="唐璇" userId="adf17bcb-6e69-4c5f-8a8f-4a1897473c23" providerId="ADAL" clId="{8D35C391-EF79-402F-AA7A-5E838A84C801}" dt="2020-10-11T10:41:55.960" v="178" actId="478"/>
          <ac:grpSpMkLst>
            <pc:docMk/>
            <pc:sldMk cId="0" sldId="258"/>
            <ac:grpSpMk id="55" creationId="{00000000-0000-0000-0000-000000000000}"/>
          </ac:grpSpMkLst>
        </pc:grpChg>
        <pc:grpChg chg="del">
          <ac:chgData name="唐璇" userId="adf17bcb-6e69-4c5f-8a8f-4a1897473c23" providerId="ADAL" clId="{8D35C391-EF79-402F-AA7A-5E838A84C801}" dt="2020-10-11T10:41:55.960" v="178" actId="478"/>
          <ac:grpSpMkLst>
            <pc:docMk/>
            <pc:sldMk cId="0" sldId="258"/>
            <ac:grpSpMk id="60" creationId="{00000000-0000-0000-0000-000000000000}"/>
          </ac:grpSpMkLst>
        </pc:grpChg>
        <pc:cxnChg chg="mod">
          <ac:chgData name="唐璇" userId="adf17bcb-6e69-4c5f-8a8f-4a1897473c23" providerId="ADAL" clId="{8D35C391-EF79-402F-AA7A-5E838A84C801}" dt="2020-10-11T10:43:01.656" v="253" actId="1076"/>
          <ac:cxnSpMkLst>
            <pc:docMk/>
            <pc:sldMk cId="0" sldId="258"/>
            <ac:cxnSpMk id="36" creationId="{00000000-0000-0000-0000-000000000000}"/>
          </ac:cxnSpMkLst>
        </pc:cxnChg>
        <pc:cxnChg chg="mod">
          <ac:chgData name="唐璇" userId="adf17bcb-6e69-4c5f-8a8f-4a1897473c23" providerId="ADAL" clId="{8D35C391-EF79-402F-AA7A-5E838A84C801}" dt="2020-10-11T10:43:15.921" v="257" actId="1076"/>
          <ac:cxnSpMkLst>
            <pc:docMk/>
            <pc:sldMk cId="0" sldId="258"/>
            <ac:cxnSpMk id="39" creationId="{00000000-0000-0000-0000-000000000000}"/>
          </ac:cxnSpMkLst>
        </pc:cxnChg>
        <pc:cxnChg chg="mod">
          <ac:chgData name="唐璇" userId="adf17bcb-6e69-4c5f-8a8f-4a1897473c23" providerId="ADAL" clId="{8D35C391-EF79-402F-AA7A-5E838A84C801}" dt="2020-10-11T10:43:14.024" v="256" actId="1076"/>
          <ac:cxnSpMkLst>
            <pc:docMk/>
            <pc:sldMk cId="0" sldId="258"/>
            <ac:cxnSpMk id="40" creationId="{00000000-0000-0000-0000-000000000000}"/>
          </ac:cxnSpMkLst>
        </pc:cxnChg>
      </pc:sldChg>
      <pc:sldChg chg="modSp mod modTransition modNotesTx">
        <pc:chgData name="唐璇" userId="adf17bcb-6e69-4c5f-8a8f-4a1897473c23" providerId="ADAL" clId="{8D35C391-EF79-402F-AA7A-5E838A84C801}" dt="2020-10-11T13:20:25.433" v="9693"/>
        <pc:sldMkLst>
          <pc:docMk/>
          <pc:sldMk cId="0" sldId="263"/>
        </pc:sldMkLst>
        <pc:spChg chg="mod">
          <ac:chgData name="唐璇" userId="adf17bcb-6e69-4c5f-8a8f-4a1897473c23" providerId="ADAL" clId="{8D35C391-EF79-402F-AA7A-5E838A84C801}" dt="2020-10-11T10:45:04.377" v="316" actId="1076"/>
          <ac:spMkLst>
            <pc:docMk/>
            <pc:sldMk cId="0" sldId="263"/>
            <ac:spMk id="28" creationId="{00000000-0000-0000-0000-000000000000}"/>
          </ac:spMkLst>
        </pc:spChg>
      </pc:sldChg>
      <pc:sldChg chg="modSp mod ord modTransition modNotesTx">
        <pc:chgData name="唐璇" userId="adf17bcb-6e69-4c5f-8a8f-4a1897473c23" providerId="ADAL" clId="{8D35C391-EF79-402F-AA7A-5E838A84C801}" dt="2020-10-11T13:21:11.104" v="9758"/>
        <pc:sldMkLst>
          <pc:docMk/>
          <pc:sldMk cId="0" sldId="264"/>
        </pc:sldMkLst>
        <pc:spChg chg="mod">
          <ac:chgData name="唐璇" userId="adf17bcb-6e69-4c5f-8a8f-4a1897473c23" providerId="ADAL" clId="{8D35C391-EF79-402F-AA7A-5E838A84C801}" dt="2020-10-11T10:55:07.112" v="466" actId="1076"/>
          <ac:spMkLst>
            <pc:docMk/>
            <pc:sldMk cId="0" sldId="264"/>
            <ac:spMk id="28" creationId="{00000000-0000-0000-0000-000000000000}"/>
          </ac:spMkLst>
        </pc:spChg>
      </pc:sldChg>
      <pc:sldChg chg="modSp mod modTransition modNotesTx">
        <pc:chgData name="唐璇" userId="adf17bcb-6e69-4c5f-8a8f-4a1897473c23" providerId="ADAL" clId="{8D35C391-EF79-402F-AA7A-5E838A84C801}" dt="2020-10-11T13:22:04.246" v="9794"/>
        <pc:sldMkLst>
          <pc:docMk/>
          <pc:sldMk cId="0" sldId="265"/>
        </pc:sldMkLst>
        <pc:spChg chg="mod">
          <ac:chgData name="唐璇" userId="adf17bcb-6e69-4c5f-8a8f-4a1897473c23" providerId="ADAL" clId="{8D35C391-EF79-402F-AA7A-5E838A84C801}" dt="2020-10-11T11:16:23.791" v="728" actId="1076"/>
          <ac:spMkLst>
            <pc:docMk/>
            <pc:sldMk cId="0" sldId="265"/>
            <ac:spMk id="28" creationId="{00000000-0000-0000-0000-000000000000}"/>
          </ac:spMkLst>
        </pc:spChg>
      </pc:sldChg>
      <pc:sldChg chg="addSp delSp modSp mod modTransition addAnim delAnim modAnim modNotesTx">
        <pc:chgData name="唐璇" userId="adf17bcb-6e69-4c5f-8a8f-4a1897473c23" providerId="ADAL" clId="{8D35C391-EF79-402F-AA7A-5E838A84C801}" dt="2020-10-11T13:20:58.019" v="9757"/>
        <pc:sldMkLst>
          <pc:docMk/>
          <pc:sldMk cId="0" sldId="267"/>
        </pc:sldMkLst>
        <pc:spChg chg="add del">
          <ac:chgData name="唐璇" userId="adf17bcb-6e69-4c5f-8a8f-4a1897473c23" providerId="ADAL" clId="{8D35C391-EF79-402F-AA7A-5E838A84C801}" dt="2020-10-11T10:46:17.614" v="333" actId="22"/>
          <ac:spMkLst>
            <pc:docMk/>
            <pc:sldMk cId="0" sldId="267"/>
            <ac:spMk id="2" creationId="{AA7FC6CA-BCDC-4E70-8F15-C5ED33ECF6E6}"/>
          </ac:spMkLst>
        </pc:spChg>
        <pc:spChg chg="add">
          <ac:chgData name="唐璇" userId="adf17bcb-6e69-4c5f-8a8f-4a1897473c23" providerId="ADAL" clId="{8D35C391-EF79-402F-AA7A-5E838A84C801}" dt="2020-10-11T10:46:20.926" v="335" actId="22"/>
          <ac:spMkLst>
            <pc:docMk/>
            <pc:sldMk cId="0" sldId="267"/>
            <ac:spMk id="3" creationId="{1E04DDDE-4FD2-495C-BD86-7D652DF9AADC}"/>
          </ac:spMkLst>
        </pc:spChg>
        <pc:spChg chg="mod">
          <ac:chgData name="唐璇" userId="adf17bcb-6e69-4c5f-8a8f-4a1897473c23" providerId="ADAL" clId="{8D35C391-EF79-402F-AA7A-5E838A84C801}" dt="2020-10-11T12:19:41.181" v="3856" actId="14100"/>
          <ac:spMkLst>
            <pc:docMk/>
            <pc:sldMk cId="0" sldId="267"/>
            <ac:spMk id="9" creationId="{00000000-0000-0000-0000-000000000000}"/>
          </ac:spMkLst>
        </pc:spChg>
        <pc:spChg chg="add del mod">
          <ac:chgData name="唐璇" userId="adf17bcb-6e69-4c5f-8a8f-4a1897473c23" providerId="ADAL" clId="{8D35C391-EF79-402F-AA7A-5E838A84C801}" dt="2020-10-11T10:51:54.648" v="351" actId="1076"/>
          <ac:spMkLst>
            <pc:docMk/>
            <pc:sldMk cId="0" sldId="267"/>
            <ac:spMk id="10" creationId="{00000000-0000-0000-0000-000000000000}"/>
          </ac:spMkLst>
        </pc:spChg>
        <pc:spChg chg="del">
          <ac:chgData name="唐璇" userId="adf17bcb-6e69-4c5f-8a8f-4a1897473c23" providerId="ADAL" clId="{8D35C391-EF79-402F-AA7A-5E838A84C801}" dt="2020-10-11T10:46:19.960" v="334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唐璇" userId="adf17bcb-6e69-4c5f-8a8f-4a1897473c23" providerId="ADAL" clId="{8D35C391-EF79-402F-AA7A-5E838A84C801}" dt="2020-10-11T10:46:31.538" v="340" actId="478"/>
          <ac:spMkLst>
            <pc:docMk/>
            <pc:sldMk cId="0" sldId="267"/>
            <ac:spMk id="18" creationId="{7E8F5FF9-8C62-41AA-B0AF-9329A24A3A43}"/>
          </ac:spMkLst>
        </pc:spChg>
        <pc:spChg chg="del">
          <ac:chgData name="唐璇" userId="adf17bcb-6e69-4c5f-8a8f-4a1897473c23" providerId="ADAL" clId="{8D35C391-EF79-402F-AA7A-5E838A84C801}" dt="2020-10-11T10:46:23.773" v="336" actId="478"/>
          <ac:spMkLst>
            <pc:docMk/>
            <pc:sldMk cId="0" sldId="267"/>
            <ac:spMk id="19" creationId="{29315DF9-13DE-4AE0-9558-2399DE6E8574}"/>
          </ac:spMkLst>
        </pc:spChg>
        <pc:spChg chg="add mod">
          <ac:chgData name="唐璇" userId="adf17bcb-6e69-4c5f-8a8f-4a1897473c23" providerId="ADAL" clId="{8D35C391-EF79-402F-AA7A-5E838A84C801}" dt="2020-10-11T10:53:22.876" v="443" actId="208"/>
          <ac:spMkLst>
            <pc:docMk/>
            <pc:sldMk cId="0" sldId="267"/>
            <ac:spMk id="21" creationId="{E62B5415-671F-4A92-9B0F-F853E8899F9D}"/>
          </ac:spMkLst>
        </pc:spChg>
        <pc:graphicFrameChg chg="del">
          <ac:chgData name="唐璇" userId="adf17bcb-6e69-4c5f-8a8f-4a1897473c23" providerId="ADAL" clId="{8D35C391-EF79-402F-AA7A-5E838A84C801}" dt="2020-10-11T10:46:25.813" v="337" actId="478"/>
          <ac:graphicFrameMkLst>
            <pc:docMk/>
            <pc:sldMk cId="0" sldId="267"/>
            <ac:graphicFrameMk id="4" creationId="{7FACAC46-06F5-4AAF-8ACF-CA14E13A3712}"/>
          </ac:graphicFrameMkLst>
        </pc:graphicFrameChg>
        <pc:picChg chg="add mod">
          <ac:chgData name="唐璇" userId="adf17bcb-6e69-4c5f-8a8f-4a1897473c23" providerId="ADAL" clId="{8D35C391-EF79-402F-AA7A-5E838A84C801}" dt="2020-10-11T10:52:27.473" v="435" actId="1076"/>
          <ac:picMkLst>
            <pc:docMk/>
            <pc:sldMk cId="0" sldId="267"/>
            <ac:picMk id="6" creationId="{888AAC3F-0011-4174-AFCA-DB53596D822F}"/>
          </ac:picMkLst>
        </pc:picChg>
        <pc:picChg chg="add mod">
          <ac:chgData name="唐璇" userId="adf17bcb-6e69-4c5f-8a8f-4a1897473c23" providerId="ADAL" clId="{8D35C391-EF79-402F-AA7A-5E838A84C801}" dt="2020-10-11T10:53:56.226" v="448" actId="1076"/>
          <ac:picMkLst>
            <pc:docMk/>
            <pc:sldMk cId="0" sldId="267"/>
            <ac:picMk id="8" creationId="{6EAFDBE1-3661-4CF7-B3D2-58877B557882}"/>
          </ac:picMkLst>
        </pc:picChg>
        <pc:cxnChg chg="mod">
          <ac:chgData name="唐璇" userId="adf17bcb-6e69-4c5f-8a8f-4a1897473c23" providerId="ADAL" clId="{8D35C391-EF79-402F-AA7A-5E838A84C801}" dt="2020-10-11T10:52:20.393" v="433" actId="1076"/>
          <ac:cxnSpMkLst>
            <pc:docMk/>
            <pc:sldMk cId="0" sldId="267"/>
            <ac:cxnSpMk id="12" creationId="{00000000-0000-0000-0000-000000000000}"/>
          </ac:cxnSpMkLst>
        </pc:cxnChg>
        <pc:cxnChg chg="add mod">
          <ac:chgData name="唐璇" userId="adf17bcb-6e69-4c5f-8a8f-4a1897473c23" providerId="ADAL" clId="{8D35C391-EF79-402F-AA7A-5E838A84C801}" dt="2020-10-11T10:53:58.586" v="449" actId="14100"/>
          <ac:cxnSpMkLst>
            <pc:docMk/>
            <pc:sldMk cId="0" sldId="267"/>
            <ac:cxnSpMk id="23" creationId="{756F9417-F436-4CCF-8E1A-3A4B1BE5B22E}"/>
          </ac:cxnSpMkLst>
        </pc:cxnChg>
        <pc:cxnChg chg="add mod">
          <ac:chgData name="唐璇" userId="adf17bcb-6e69-4c5f-8a8f-4a1897473c23" providerId="ADAL" clId="{8D35C391-EF79-402F-AA7A-5E838A84C801}" dt="2020-10-11T10:54:06.507" v="452" actId="14100"/>
          <ac:cxnSpMkLst>
            <pc:docMk/>
            <pc:sldMk cId="0" sldId="267"/>
            <ac:cxnSpMk id="25" creationId="{0ACD7E29-9DF7-47E6-BE03-4C44D596EA0C}"/>
          </ac:cxnSpMkLst>
        </pc:cxnChg>
      </pc:sldChg>
      <pc:sldChg chg="addSp delSp modSp mod modTransition delAnim modAnim modNotesTx">
        <pc:chgData name="唐璇" userId="adf17bcb-6e69-4c5f-8a8f-4a1897473c23" providerId="ADAL" clId="{8D35C391-EF79-402F-AA7A-5E838A84C801}" dt="2020-10-11T13:30:44.005" v="9984" actId="404"/>
        <pc:sldMkLst>
          <pc:docMk/>
          <pc:sldMk cId="0" sldId="3642"/>
        </pc:sldMkLst>
        <pc:spChg chg="add del mod">
          <ac:chgData name="唐璇" userId="adf17bcb-6e69-4c5f-8a8f-4a1897473c23" providerId="ADAL" clId="{8D35C391-EF79-402F-AA7A-5E838A84C801}" dt="2020-10-11T11:23:20.296" v="807" actId="11529"/>
          <ac:spMkLst>
            <pc:docMk/>
            <pc:sldMk cId="0" sldId="3642"/>
            <ac:spMk id="10" creationId="{A7A10A3C-484F-4B65-868F-03881BCB12DD}"/>
          </ac:spMkLst>
        </pc:spChg>
        <pc:spChg chg="mod">
          <ac:chgData name="唐璇" userId="adf17bcb-6e69-4c5f-8a8f-4a1897473c23" providerId="ADAL" clId="{8D35C391-EF79-402F-AA7A-5E838A84C801}" dt="2020-10-11T11:19:40.400" v="789" actId="20577"/>
          <ac:spMkLst>
            <pc:docMk/>
            <pc:sldMk cId="0" sldId="3642"/>
            <ac:spMk id="39" creationId="{00000000-0000-0000-0000-000000000000}"/>
          </ac:spMkLst>
        </pc:spChg>
        <pc:spChg chg="add mod">
          <ac:chgData name="唐璇" userId="adf17bcb-6e69-4c5f-8a8f-4a1897473c23" providerId="ADAL" clId="{8D35C391-EF79-402F-AA7A-5E838A84C801}" dt="2020-10-11T11:41:29.256" v="873" actId="1076"/>
          <ac:spMkLst>
            <pc:docMk/>
            <pc:sldMk cId="0" sldId="3642"/>
            <ac:spMk id="58" creationId="{A1F81D80-B9A6-4E4E-93AC-82D227A59D88}"/>
          </ac:spMkLst>
        </pc:spChg>
        <pc:spChg chg="add del mod">
          <ac:chgData name="唐璇" userId="adf17bcb-6e69-4c5f-8a8f-4a1897473c23" providerId="ADAL" clId="{8D35C391-EF79-402F-AA7A-5E838A84C801}" dt="2020-10-11T11:42:18.733" v="882" actId="478"/>
          <ac:spMkLst>
            <pc:docMk/>
            <pc:sldMk cId="0" sldId="3642"/>
            <ac:spMk id="63" creationId="{EA424AA5-0E3B-4FB3-BC9B-D0067F549C99}"/>
          </ac:spMkLst>
        </pc:spChg>
        <pc:spChg chg="add mod">
          <ac:chgData name="唐璇" userId="adf17bcb-6e69-4c5f-8a8f-4a1897473c23" providerId="ADAL" clId="{8D35C391-EF79-402F-AA7A-5E838A84C801}" dt="2020-10-11T11:43:17.295" v="904" actId="1076"/>
          <ac:spMkLst>
            <pc:docMk/>
            <pc:sldMk cId="0" sldId="3642"/>
            <ac:spMk id="67" creationId="{6593926D-2F4E-429D-B06D-4C6C06696A67}"/>
          </ac:spMkLst>
        </pc:spChg>
        <pc:spChg chg="add mod">
          <ac:chgData name="唐璇" userId="adf17bcb-6e69-4c5f-8a8f-4a1897473c23" providerId="ADAL" clId="{8D35C391-EF79-402F-AA7A-5E838A84C801}" dt="2020-10-11T11:48:26.382" v="1044" actId="1076"/>
          <ac:spMkLst>
            <pc:docMk/>
            <pc:sldMk cId="0" sldId="3642"/>
            <ac:spMk id="69" creationId="{5DC5DA58-F02E-4D85-9E00-3E1F967756F6}"/>
          </ac:spMkLst>
        </pc:spChg>
        <pc:spChg chg="add del mod">
          <ac:chgData name="唐璇" userId="adf17bcb-6e69-4c5f-8a8f-4a1897473c23" providerId="ADAL" clId="{8D35C391-EF79-402F-AA7A-5E838A84C801}" dt="2020-10-11T11:45:08.951" v="932" actId="478"/>
          <ac:spMkLst>
            <pc:docMk/>
            <pc:sldMk cId="0" sldId="3642"/>
            <ac:spMk id="70" creationId="{B659C4D3-B449-478F-952F-E6A949522D10}"/>
          </ac:spMkLst>
        </pc:spChg>
        <pc:spChg chg="add mod">
          <ac:chgData name="唐璇" userId="adf17bcb-6e69-4c5f-8a8f-4a1897473c23" providerId="ADAL" clId="{8D35C391-EF79-402F-AA7A-5E838A84C801}" dt="2020-10-11T11:47:22.250" v="1037" actId="113"/>
          <ac:spMkLst>
            <pc:docMk/>
            <pc:sldMk cId="0" sldId="3642"/>
            <ac:spMk id="71" creationId="{BC429160-32FA-4F1E-91E9-344BE8EFDD26}"/>
          </ac:spMkLst>
        </pc:spChg>
        <pc:spChg chg="del">
          <ac:chgData name="唐璇" userId="adf17bcb-6e69-4c5f-8a8f-4a1897473c23" providerId="ADAL" clId="{8D35C391-EF79-402F-AA7A-5E838A84C801}" dt="2020-10-11T11:19:15.652" v="776" actId="478"/>
          <ac:spMkLst>
            <pc:docMk/>
            <pc:sldMk cId="0" sldId="3642"/>
            <ac:spMk id="79" creationId="{00000000-0000-0000-0000-000000000000}"/>
          </ac:spMkLst>
        </pc:spChg>
        <pc:grpChg chg="del">
          <ac:chgData name="唐璇" userId="adf17bcb-6e69-4c5f-8a8f-4a1897473c23" providerId="ADAL" clId="{8D35C391-EF79-402F-AA7A-5E838A84C801}" dt="2020-10-11T11:19:15.652" v="776" actId="478"/>
          <ac:grpSpMkLst>
            <pc:docMk/>
            <pc:sldMk cId="0" sldId="3642"/>
            <ac:grpSpMk id="3" creationId="{7367E6E6-A717-4A9A-AF83-988D6BCE37B3}"/>
          </ac:grpSpMkLst>
        </pc:grpChg>
        <pc:grpChg chg="del">
          <ac:chgData name="唐璇" userId="adf17bcb-6e69-4c5f-8a8f-4a1897473c23" providerId="ADAL" clId="{8D35C391-EF79-402F-AA7A-5E838A84C801}" dt="2020-10-11T11:19:15.652" v="776" actId="478"/>
          <ac:grpSpMkLst>
            <pc:docMk/>
            <pc:sldMk cId="0" sldId="3642"/>
            <ac:grpSpMk id="41" creationId="{00000000-0000-0000-0000-000000000000}"/>
          </ac:grpSpMkLst>
        </pc:grpChg>
        <pc:grpChg chg="del">
          <ac:chgData name="唐璇" userId="adf17bcb-6e69-4c5f-8a8f-4a1897473c23" providerId="ADAL" clId="{8D35C391-EF79-402F-AA7A-5E838A84C801}" dt="2020-10-11T11:19:15.652" v="776" actId="478"/>
          <ac:grpSpMkLst>
            <pc:docMk/>
            <pc:sldMk cId="0" sldId="3642"/>
            <ac:grpSpMk id="45" creationId="{00000000-0000-0000-0000-000000000000}"/>
          </ac:grpSpMkLst>
        </pc:grpChg>
        <pc:grpChg chg="del">
          <ac:chgData name="唐璇" userId="adf17bcb-6e69-4c5f-8a8f-4a1897473c23" providerId="ADAL" clId="{8D35C391-EF79-402F-AA7A-5E838A84C801}" dt="2020-10-11T11:19:23.695" v="779" actId="478"/>
          <ac:grpSpMkLst>
            <pc:docMk/>
            <pc:sldMk cId="0" sldId="3642"/>
            <ac:grpSpMk id="49" creationId="{00000000-0000-0000-0000-000000000000}"/>
          </ac:grpSpMkLst>
        </pc:grpChg>
        <pc:grpChg chg="del">
          <ac:chgData name="唐璇" userId="adf17bcb-6e69-4c5f-8a8f-4a1897473c23" providerId="ADAL" clId="{8D35C391-EF79-402F-AA7A-5E838A84C801}" dt="2020-10-11T11:19:21.310" v="778" actId="478"/>
          <ac:grpSpMkLst>
            <pc:docMk/>
            <pc:sldMk cId="0" sldId="3642"/>
            <ac:grpSpMk id="61" creationId="{00000000-0000-0000-0000-000000000000}"/>
          </ac:grpSpMkLst>
        </pc:grpChg>
        <pc:grpChg chg="del">
          <ac:chgData name="唐璇" userId="adf17bcb-6e69-4c5f-8a8f-4a1897473c23" providerId="ADAL" clId="{8D35C391-EF79-402F-AA7A-5E838A84C801}" dt="2020-10-11T11:19:20.072" v="777" actId="478"/>
          <ac:grpSpMkLst>
            <pc:docMk/>
            <pc:sldMk cId="0" sldId="3642"/>
            <ac:grpSpMk id="65" creationId="{00000000-0000-0000-0000-000000000000}"/>
          </ac:grpSpMkLst>
        </pc:grpChg>
        <pc:picChg chg="add mod modCrop">
          <ac:chgData name="唐璇" userId="adf17bcb-6e69-4c5f-8a8f-4a1897473c23" providerId="ADAL" clId="{8D35C391-EF79-402F-AA7A-5E838A84C801}" dt="2020-10-11T11:44:55.545" v="927" actId="1076"/>
          <ac:picMkLst>
            <pc:docMk/>
            <pc:sldMk cId="0" sldId="3642"/>
            <ac:picMk id="4" creationId="{8C72838F-64C5-4D2B-955A-8B3EA3FFB911}"/>
          </ac:picMkLst>
        </pc:picChg>
        <pc:picChg chg="add del mod">
          <ac:chgData name="唐璇" userId="adf17bcb-6e69-4c5f-8a8f-4a1897473c23" providerId="ADAL" clId="{8D35C391-EF79-402F-AA7A-5E838A84C801}" dt="2020-10-11T11:36:53.166" v="830" actId="478"/>
          <ac:picMkLst>
            <pc:docMk/>
            <pc:sldMk cId="0" sldId="3642"/>
            <ac:picMk id="7" creationId="{C05D478E-64DF-4424-BC79-F718BADBF9E0}"/>
          </ac:picMkLst>
        </pc:picChg>
        <pc:picChg chg="add mod">
          <ac:chgData name="唐璇" userId="adf17bcb-6e69-4c5f-8a8f-4a1897473c23" providerId="ADAL" clId="{8D35C391-EF79-402F-AA7A-5E838A84C801}" dt="2020-10-11T11:41:29.256" v="873" actId="1076"/>
          <ac:picMkLst>
            <pc:docMk/>
            <pc:sldMk cId="0" sldId="3642"/>
            <ac:picMk id="9" creationId="{2D76DC9E-534F-40AC-91B4-4174C1E2058B}"/>
          </ac:picMkLst>
        </pc:picChg>
        <pc:picChg chg="add mod">
          <ac:chgData name="唐璇" userId="adf17bcb-6e69-4c5f-8a8f-4a1897473c23" providerId="ADAL" clId="{8D35C391-EF79-402F-AA7A-5E838A84C801}" dt="2020-10-11T11:48:26.382" v="1044" actId="1076"/>
          <ac:picMkLst>
            <pc:docMk/>
            <pc:sldMk cId="0" sldId="3642"/>
            <ac:picMk id="14" creationId="{C7316773-7B54-46F7-8322-6B97953688E9}"/>
          </ac:picMkLst>
        </pc:picChg>
        <pc:picChg chg="add mod modCrop">
          <ac:chgData name="唐璇" userId="adf17bcb-6e69-4c5f-8a8f-4a1897473c23" providerId="ADAL" clId="{8D35C391-EF79-402F-AA7A-5E838A84C801}" dt="2020-10-11T11:42:57.782" v="891" actId="1076"/>
          <ac:picMkLst>
            <pc:docMk/>
            <pc:sldMk cId="0" sldId="3642"/>
            <ac:picMk id="17" creationId="{8B42BE78-5DDA-463E-9BBB-BBC23A8BF7A0}"/>
          </ac:picMkLst>
        </pc:picChg>
        <pc:picChg chg="add mod">
          <ac:chgData name="唐璇" userId="adf17bcb-6e69-4c5f-8a8f-4a1897473c23" providerId="ADAL" clId="{8D35C391-EF79-402F-AA7A-5E838A84C801}" dt="2020-10-11T11:34:15.552" v="821" actId="1076"/>
          <ac:picMkLst>
            <pc:docMk/>
            <pc:sldMk cId="0" sldId="3642"/>
            <ac:picMk id="21" creationId="{E3D2D15E-9EE7-4F1A-ADE3-F32649CECB32}"/>
          </ac:picMkLst>
        </pc:picChg>
        <pc:picChg chg="add mod">
          <ac:chgData name="唐璇" userId="adf17bcb-6e69-4c5f-8a8f-4a1897473c23" providerId="ADAL" clId="{8D35C391-EF79-402F-AA7A-5E838A84C801}" dt="2020-10-11T11:34:23.414" v="823" actId="1076"/>
          <ac:picMkLst>
            <pc:docMk/>
            <pc:sldMk cId="0" sldId="3642"/>
            <ac:picMk id="23" creationId="{823375BA-5764-4C9A-9126-9FF024B6792D}"/>
          </ac:picMkLst>
        </pc:picChg>
        <pc:picChg chg="add del mod">
          <ac:chgData name="唐璇" userId="adf17bcb-6e69-4c5f-8a8f-4a1897473c23" providerId="ADAL" clId="{8D35C391-EF79-402F-AA7A-5E838A84C801}" dt="2020-10-11T11:36:28.616" v="826" actId="478"/>
          <ac:picMkLst>
            <pc:docMk/>
            <pc:sldMk cId="0" sldId="3642"/>
            <ac:picMk id="25" creationId="{5662C934-C4FC-42F9-B054-FFA1B1244C11}"/>
          </ac:picMkLst>
        </pc:picChg>
        <pc:picChg chg="add del mod">
          <ac:chgData name="唐璇" userId="adf17bcb-6e69-4c5f-8a8f-4a1897473c23" providerId="ADAL" clId="{8D35C391-EF79-402F-AA7A-5E838A84C801}" dt="2020-10-11T11:37:10.622" v="834" actId="478"/>
          <ac:picMkLst>
            <pc:docMk/>
            <pc:sldMk cId="0" sldId="3642"/>
            <ac:picMk id="27" creationId="{E84B026B-D40C-4995-ACD8-96DF88BA9449}"/>
          </ac:picMkLst>
        </pc:picChg>
        <pc:picChg chg="add mod">
          <ac:chgData name="唐璇" userId="adf17bcb-6e69-4c5f-8a8f-4a1897473c23" providerId="ADAL" clId="{8D35C391-EF79-402F-AA7A-5E838A84C801}" dt="2020-10-11T11:41:29.256" v="873" actId="1076"/>
          <ac:picMkLst>
            <pc:docMk/>
            <pc:sldMk cId="0" sldId="3642"/>
            <ac:picMk id="29" creationId="{3E2AF943-4EAA-4418-B43F-AE7F16588699}"/>
          </ac:picMkLst>
        </pc:picChg>
        <pc:picChg chg="add mod">
          <ac:chgData name="唐璇" userId="adf17bcb-6e69-4c5f-8a8f-4a1897473c23" providerId="ADAL" clId="{8D35C391-EF79-402F-AA7A-5E838A84C801}" dt="2020-10-11T11:37:15.337" v="836" actId="1076"/>
          <ac:picMkLst>
            <pc:docMk/>
            <pc:sldMk cId="0" sldId="3642"/>
            <ac:picMk id="31" creationId="{C4F757A6-39F1-4872-A1B9-64E6F6895387}"/>
          </ac:picMkLst>
        </pc:picChg>
        <pc:picChg chg="add del mod">
          <ac:chgData name="唐璇" userId="adf17bcb-6e69-4c5f-8a8f-4a1897473c23" providerId="ADAL" clId="{8D35C391-EF79-402F-AA7A-5E838A84C801}" dt="2020-10-11T11:37:58.295" v="842" actId="478"/>
          <ac:picMkLst>
            <pc:docMk/>
            <pc:sldMk cId="0" sldId="3642"/>
            <ac:picMk id="33" creationId="{315F32D0-4F1E-4FC6-8B16-32B1D7B8A806}"/>
          </ac:picMkLst>
        </pc:picChg>
        <pc:picChg chg="add mod">
          <ac:chgData name="唐璇" userId="adf17bcb-6e69-4c5f-8a8f-4a1897473c23" providerId="ADAL" clId="{8D35C391-EF79-402F-AA7A-5E838A84C801}" dt="2020-10-11T11:47:33.149" v="1038" actId="1076"/>
          <ac:picMkLst>
            <pc:docMk/>
            <pc:sldMk cId="0" sldId="3642"/>
            <ac:picMk id="35" creationId="{B5F077AE-384A-4FD5-ACE2-02E8EEEE0B2F}"/>
          </ac:picMkLst>
        </pc:picChg>
        <pc:picChg chg="add mod">
          <ac:chgData name="唐璇" userId="adf17bcb-6e69-4c5f-8a8f-4a1897473c23" providerId="ADAL" clId="{8D35C391-EF79-402F-AA7A-5E838A84C801}" dt="2020-10-11T11:48:02.606" v="1042" actId="1076"/>
          <ac:picMkLst>
            <pc:docMk/>
            <pc:sldMk cId="0" sldId="3642"/>
            <ac:picMk id="57" creationId="{E3EAA215-D386-4F75-9400-272C889C0491}"/>
          </ac:picMkLst>
        </pc:picChg>
        <pc:picChg chg="del">
          <ac:chgData name="唐璇" userId="adf17bcb-6e69-4c5f-8a8f-4a1897473c23" providerId="ADAL" clId="{8D35C391-EF79-402F-AA7A-5E838A84C801}" dt="2020-10-11T11:19:15.652" v="776" actId="478"/>
          <ac:picMkLst>
            <pc:docMk/>
            <pc:sldMk cId="0" sldId="3642"/>
            <ac:picMk id="78" creationId="{00000000-0000-0000-0000-000000000000}"/>
          </ac:picMkLst>
        </pc:picChg>
        <pc:cxnChg chg="add mod">
          <ac:chgData name="唐璇" userId="adf17bcb-6e69-4c5f-8a8f-4a1897473c23" providerId="ADAL" clId="{8D35C391-EF79-402F-AA7A-5E838A84C801}" dt="2020-10-11T11:43:58.246" v="922" actId="1076"/>
          <ac:cxnSpMkLst>
            <pc:docMk/>
            <pc:sldMk cId="0" sldId="3642"/>
            <ac:cxnSpMk id="12" creationId="{27E3A597-4244-4A75-BA59-F9BCA84BF189}"/>
          </ac:cxnSpMkLst>
        </pc:cxnChg>
      </pc:sldChg>
      <pc:sldChg chg="addSp delSp modSp mod modTransition delAnim modAnim modNotesTx">
        <pc:chgData name="唐璇" userId="adf17bcb-6e69-4c5f-8a8f-4a1897473c23" providerId="ADAL" clId="{8D35C391-EF79-402F-AA7A-5E838A84C801}" dt="2020-10-11T13:20:33.672" v="9694"/>
        <pc:sldMkLst>
          <pc:docMk/>
          <pc:sldMk cId="0" sldId="3644"/>
        </pc:sldMkLst>
        <pc:spChg chg="add mod">
          <ac:chgData name="唐璇" userId="adf17bcb-6e69-4c5f-8a8f-4a1897473c23" providerId="ADAL" clId="{8D35C391-EF79-402F-AA7A-5E838A84C801}" dt="2020-10-11T12:19:53.541" v="3858" actId="1076"/>
          <ac:spMkLst>
            <pc:docMk/>
            <pc:sldMk cId="0" sldId="3644"/>
            <ac:spMk id="9" creationId="{EE6BDF17-DB4E-417A-9115-2D0A2CC0F544}"/>
          </ac:spMkLst>
        </pc:spChg>
        <pc:spChg chg="mod">
          <ac:chgData name="唐璇" userId="adf17bcb-6e69-4c5f-8a8f-4a1897473c23" providerId="ADAL" clId="{8D35C391-EF79-402F-AA7A-5E838A84C801}" dt="2020-10-11T10:45:25.514" v="323" actId="20577"/>
          <ac:spMkLst>
            <pc:docMk/>
            <pc:sldMk cId="0" sldId="3644"/>
            <ac:spMk id="36" creationId="{00000000-0000-0000-0000-000000000000}"/>
          </ac:spMkLst>
        </pc:spChg>
        <pc:spChg chg="del mod">
          <ac:chgData name="唐璇" userId="adf17bcb-6e69-4c5f-8a8f-4a1897473c23" providerId="ADAL" clId="{8D35C391-EF79-402F-AA7A-5E838A84C801}" dt="2020-10-11T10:45:11.666" v="320" actId="478"/>
          <ac:spMkLst>
            <pc:docMk/>
            <pc:sldMk cId="0" sldId="3644"/>
            <ac:spMk id="51" creationId="{56732708-12AF-436B-97FB-1A603C2684EA}"/>
          </ac:spMkLst>
        </pc:spChg>
        <pc:grpChg chg="del">
          <ac:chgData name="唐璇" userId="adf17bcb-6e69-4c5f-8a8f-4a1897473c23" providerId="ADAL" clId="{8D35C391-EF79-402F-AA7A-5E838A84C801}" dt="2020-10-11T10:45:08.738" v="317" actId="478"/>
          <ac:grpSpMkLst>
            <pc:docMk/>
            <pc:sldMk cId="0" sldId="3644"/>
            <ac:grpSpMk id="19" creationId="{B505271F-8B54-4348-822D-2DD0DAFF9F6C}"/>
          </ac:grpSpMkLst>
        </pc:grpChg>
        <pc:grpChg chg="del">
          <ac:chgData name="唐璇" userId="adf17bcb-6e69-4c5f-8a8f-4a1897473c23" providerId="ADAL" clId="{8D35C391-EF79-402F-AA7A-5E838A84C801}" dt="2020-10-11T10:45:10.008" v="318" actId="478"/>
          <ac:grpSpMkLst>
            <pc:docMk/>
            <pc:sldMk cId="0" sldId="3644"/>
            <ac:grpSpMk id="20" creationId="{19978C5D-EF4B-4DF6-AEED-A837DF7160EF}"/>
          </ac:grpSpMkLst>
        </pc:grpChg>
        <pc:grpChg chg="del">
          <ac:chgData name="唐璇" userId="adf17bcb-6e69-4c5f-8a8f-4a1897473c23" providerId="ADAL" clId="{8D35C391-EF79-402F-AA7A-5E838A84C801}" dt="2020-10-11T10:45:12.137" v="321" actId="478"/>
          <ac:grpSpMkLst>
            <pc:docMk/>
            <pc:sldMk cId="0" sldId="3644"/>
            <ac:grpSpMk id="21" creationId="{5A35F923-1337-46E4-809A-489CCCDB6811}"/>
          </ac:grpSpMkLst>
        </pc:grpChg>
        <pc:picChg chg="add mod ord">
          <ac:chgData name="唐璇" userId="adf17bcb-6e69-4c5f-8a8f-4a1897473c23" providerId="ADAL" clId="{8D35C391-EF79-402F-AA7A-5E838A84C801}" dt="2020-10-11T10:45:40.733" v="327" actId="167"/>
          <ac:picMkLst>
            <pc:docMk/>
            <pc:sldMk cId="0" sldId="3644"/>
            <ac:picMk id="3" creationId="{471B8EC7-5E79-4872-A282-E5D1ED4431B3}"/>
          </ac:picMkLst>
        </pc:picChg>
      </pc:sldChg>
      <pc:sldChg chg="modSp mod modTransition modNotesTx">
        <pc:chgData name="唐璇" userId="adf17bcb-6e69-4c5f-8a8f-4a1897473c23" providerId="ADAL" clId="{8D35C391-EF79-402F-AA7A-5E838A84C801}" dt="2020-10-11T13:32:09.513" v="10020" actId="20577"/>
        <pc:sldMkLst>
          <pc:docMk/>
          <pc:sldMk cId="0" sldId="3649"/>
        </pc:sldMkLst>
        <pc:spChg chg="mod">
          <ac:chgData name="唐璇" userId="adf17bcb-6e69-4c5f-8a8f-4a1897473c23" providerId="ADAL" clId="{8D35C391-EF79-402F-AA7A-5E838A84C801}" dt="2020-10-11T11:49:34.152" v="1051" actId="1076"/>
          <ac:spMkLst>
            <pc:docMk/>
            <pc:sldMk cId="0" sldId="3649"/>
            <ac:spMk id="10" creationId="{00000000-0000-0000-0000-000000000000}"/>
          </ac:spMkLst>
        </pc:spChg>
        <pc:spChg chg="mod">
          <ac:chgData name="唐璇" userId="adf17bcb-6e69-4c5f-8a8f-4a1897473c23" providerId="ADAL" clId="{8D35C391-EF79-402F-AA7A-5E838A84C801}" dt="2020-10-11T11:49:17.292" v="1049" actId="1076"/>
          <ac:spMkLst>
            <pc:docMk/>
            <pc:sldMk cId="0" sldId="3649"/>
            <ac:spMk id="13" creationId="{00000000-0000-0000-0000-000000000000}"/>
          </ac:spMkLst>
        </pc:spChg>
      </pc:sldChg>
      <pc:sldChg chg="delSp modSp mod modTransition delAnim modAnim modNotesTx">
        <pc:chgData name="唐璇" userId="adf17bcb-6e69-4c5f-8a8f-4a1897473c23" providerId="ADAL" clId="{8D35C391-EF79-402F-AA7A-5E838A84C801}" dt="2020-10-11T13:25:30.679" v="9981" actId="1035"/>
        <pc:sldMkLst>
          <pc:docMk/>
          <pc:sldMk cId="4285032522" sldId="3650"/>
        </pc:sldMkLst>
        <pc:spChg chg="mod">
          <ac:chgData name="唐璇" userId="adf17bcb-6e69-4c5f-8a8f-4a1897473c23" providerId="ADAL" clId="{8D35C391-EF79-402F-AA7A-5E838A84C801}" dt="2020-10-11T13:25:30.679" v="9981" actId="1035"/>
          <ac:spMkLst>
            <pc:docMk/>
            <pc:sldMk cId="4285032522" sldId="3650"/>
            <ac:spMk id="2" creationId="{296104A9-EA08-4D7A-9539-FFDEAAEEB590}"/>
          </ac:spMkLst>
        </pc:spChg>
        <pc:spChg chg="mod">
          <ac:chgData name="唐璇" userId="adf17bcb-6e69-4c5f-8a8f-4a1897473c23" providerId="ADAL" clId="{8D35C391-EF79-402F-AA7A-5E838A84C801}" dt="2020-10-11T10:41:28.384" v="172" actId="1076"/>
          <ac:spMkLst>
            <pc:docMk/>
            <pc:sldMk cId="4285032522" sldId="3650"/>
            <ac:spMk id="3" creationId="{00000000-0000-0000-0000-000000000000}"/>
          </ac:spMkLst>
        </pc:spChg>
        <pc:spChg chg="mod">
          <ac:chgData name="唐璇" userId="adf17bcb-6e69-4c5f-8a8f-4a1897473c23" providerId="ADAL" clId="{8D35C391-EF79-402F-AA7A-5E838A84C801}" dt="2020-10-11T13:25:30.679" v="9981" actId="1035"/>
          <ac:spMkLst>
            <pc:docMk/>
            <pc:sldMk cId="4285032522" sldId="3650"/>
            <ac:spMk id="13" creationId="{00000000-0000-0000-0000-000000000000}"/>
          </ac:spMkLst>
        </pc:spChg>
        <pc:spChg chg="del">
          <ac:chgData name="唐璇" userId="adf17bcb-6e69-4c5f-8a8f-4a1897473c23" providerId="ADAL" clId="{8D35C391-EF79-402F-AA7A-5E838A84C801}" dt="2020-10-11T10:39:15.340" v="63" actId="478"/>
          <ac:spMkLst>
            <pc:docMk/>
            <pc:sldMk cId="4285032522" sldId="3650"/>
            <ac:spMk id="19" creationId="{00000000-0000-0000-0000-000000000000}"/>
          </ac:spMkLst>
        </pc:spChg>
        <pc:spChg chg="del">
          <ac:chgData name="唐璇" userId="adf17bcb-6e69-4c5f-8a8f-4a1897473c23" providerId="ADAL" clId="{8D35C391-EF79-402F-AA7A-5E838A84C801}" dt="2020-10-11T12:08:18.192" v="1617" actId="478"/>
          <ac:spMkLst>
            <pc:docMk/>
            <pc:sldMk cId="4285032522" sldId="3650"/>
            <ac:spMk id="20" creationId="{00000000-0000-0000-0000-000000000000}"/>
          </ac:spMkLst>
        </pc:spChg>
        <pc:spChg chg="del">
          <ac:chgData name="唐璇" userId="adf17bcb-6e69-4c5f-8a8f-4a1897473c23" providerId="ADAL" clId="{8D35C391-EF79-402F-AA7A-5E838A84C801}" dt="2020-10-11T10:39:25.413" v="64" actId="478"/>
          <ac:spMkLst>
            <pc:docMk/>
            <pc:sldMk cId="4285032522" sldId="3650"/>
            <ac:spMk id="21" creationId="{B2B75C9E-E86F-4D2C-B63D-F2DF29F2087B}"/>
          </ac:spMkLst>
        </pc:spChg>
        <pc:spChg chg="mod">
          <ac:chgData name="唐璇" userId="adf17bcb-6e69-4c5f-8a8f-4a1897473c23" providerId="ADAL" clId="{8D35C391-EF79-402F-AA7A-5E838A84C801}" dt="2020-10-11T10:41:31.264" v="173" actId="1076"/>
          <ac:spMkLst>
            <pc:docMk/>
            <pc:sldMk cId="4285032522" sldId="3650"/>
            <ac:spMk id="37" creationId="{00000000-0000-0000-0000-000000000000}"/>
          </ac:spMkLst>
        </pc:spChg>
        <pc:spChg chg="del topLvl">
          <ac:chgData name="唐璇" userId="adf17bcb-6e69-4c5f-8a8f-4a1897473c23" providerId="ADAL" clId="{8D35C391-EF79-402F-AA7A-5E838A84C801}" dt="2020-10-11T10:41:07.899" v="169" actId="478"/>
          <ac:spMkLst>
            <pc:docMk/>
            <pc:sldMk cId="4285032522" sldId="3650"/>
            <ac:spMk id="40" creationId="{00000000-0000-0000-0000-000000000000}"/>
          </ac:spMkLst>
        </pc:spChg>
        <pc:spChg chg="mod topLvl">
          <ac:chgData name="唐璇" userId="adf17bcb-6e69-4c5f-8a8f-4a1897473c23" providerId="ADAL" clId="{8D35C391-EF79-402F-AA7A-5E838A84C801}" dt="2020-10-11T10:41:28.384" v="172" actId="1076"/>
          <ac:spMkLst>
            <pc:docMk/>
            <pc:sldMk cId="4285032522" sldId="3650"/>
            <ac:spMk id="41" creationId="{00000000-0000-0000-0000-000000000000}"/>
          </ac:spMkLst>
        </pc:spChg>
        <pc:grpChg chg="del">
          <ac:chgData name="唐璇" userId="adf17bcb-6e69-4c5f-8a8f-4a1897473c23" providerId="ADAL" clId="{8D35C391-EF79-402F-AA7A-5E838A84C801}" dt="2020-10-11T10:41:07.899" v="169" actId="478"/>
          <ac:grpSpMkLst>
            <pc:docMk/>
            <pc:sldMk cId="4285032522" sldId="3650"/>
            <ac:grpSpMk id="39" creationId="{00000000-0000-0000-0000-000000000000}"/>
          </ac:grpSpMkLst>
        </pc:grpChg>
        <pc:cxnChg chg="mod">
          <ac:chgData name="唐璇" userId="adf17bcb-6e69-4c5f-8a8f-4a1897473c23" providerId="ADAL" clId="{8D35C391-EF79-402F-AA7A-5E838A84C801}" dt="2020-10-11T10:41:36.819" v="175" actId="14100"/>
          <ac:cxnSpMkLst>
            <pc:docMk/>
            <pc:sldMk cId="4285032522" sldId="3650"/>
            <ac:cxnSpMk id="10" creationId="{00000000-0000-0000-0000-000000000000}"/>
          </ac:cxnSpMkLst>
        </pc:cxnChg>
        <pc:cxnChg chg="mod">
          <ac:chgData name="唐璇" userId="adf17bcb-6e69-4c5f-8a8f-4a1897473c23" providerId="ADAL" clId="{8D35C391-EF79-402F-AA7A-5E838A84C801}" dt="2020-10-11T10:41:28.384" v="172" actId="1076"/>
          <ac:cxnSpMkLst>
            <pc:docMk/>
            <pc:sldMk cId="4285032522" sldId="3650"/>
            <ac:cxnSpMk id="42" creationId="{00000000-0000-0000-0000-000000000000}"/>
          </ac:cxnSpMkLst>
        </pc:cxnChg>
        <pc:cxnChg chg="mod">
          <ac:chgData name="唐璇" userId="adf17bcb-6e69-4c5f-8a8f-4a1897473c23" providerId="ADAL" clId="{8D35C391-EF79-402F-AA7A-5E838A84C801}" dt="2020-10-11T10:41:28.384" v="172" actId="1076"/>
          <ac:cxnSpMkLst>
            <pc:docMk/>
            <pc:sldMk cId="4285032522" sldId="3650"/>
            <ac:cxnSpMk id="48" creationId="{00000000-0000-0000-0000-000000000000}"/>
          </ac:cxnSpMkLst>
        </pc:cxnChg>
      </pc:sldChg>
      <pc:sldChg chg="addSp delSp modSp add mod modTransition modAnim modNotesTx">
        <pc:chgData name="唐璇" userId="adf17bcb-6e69-4c5f-8a8f-4a1897473c23" providerId="ADAL" clId="{8D35C391-EF79-402F-AA7A-5E838A84C801}" dt="2020-10-11T13:21:40.406" v="9764"/>
        <pc:sldMkLst>
          <pc:docMk/>
          <pc:sldMk cId="1548670541" sldId="3654"/>
        </pc:sldMkLst>
        <pc:spChg chg="mod">
          <ac:chgData name="唐璇" userId="adf17bcb-6e69-4c5f-8a8f-4a1897473c23" providerId="ADAL" clId="{8D35C391-EF79-402F-AA7A-5E838A84C801}" dt="2020-10-11T11:10:17.963" v="636" actId="20577"/>
          <ac:spMkLst>
            <pc:docMk/>
            <pc:sldMk cId="1548670541" sldId="3654"/>
            <ac:spMk id="8" creationId="{00000000-0000-0000-0000-000000000000}"/>
          </ac:spMkLst>
        </pc:spChg>
        <pc:spChg chg="mod">
          <ac:chgData name="唐璇" userId="adf17bcb-6e69-4c5f-8a8f-4a1897473c23" providerId="ADAL" clId="{8D35C391-EF79-402F-AA7A-5E838A84C801}" dt="2020-10-11T11:09:13.576" v="614" actId="20577"/>
          <ac:spMkLst>
            <pc:docMk/>
            <pc:sldMk cId="1548670541" sldId="3654"/>
            <ac:spMk id="9" creationId="{00000000-0000-0000-0000-000000000000}"/>
          </ac:spMkLst>
        </pc:spChg>
        <pc:picChg chg="add mod">
          <ac:chgData name="唐璇" userId="adf17bcb-6e69-4c5f-8a8f-4a1897473c23" providerId="ADAL" clId="{8D35C391-EF79-402F-AA7A-5E838A84C801}" dt="2020-10-11T11:09:09.295" v="612" actId="1076"/>
          <ac:picMkLst>
            <pc:docMk/>
            <pc:sldMk cId="1548670541" sldId="3654"/>
            <ac:picMk id="2" creationId="{C3F74308-2B6A-408C-93A3-BCB93FB02AB6}"/>
          </ac:picMkLst>
        </pc:picChg>
        <pc:picChg chg="del">
          <ac:chgData name="唐璇" userId="adf17bcb-6e69-4c5f-8a8f-4a1897473c23" providerId="ADAL" clId="{8D35C391-EF79-402F-AA7A-5E838A84C801}" dt="2020-10-11T11:09:06.259" v="610" actId="478"/>
          <ac:picMkLst>
            <pc:docMk/>
            <pc:sldMk cId="1548670541" sldId="3654"/>
            <ac:picMk id="2050" creationId="{49180F53-5BA5-4D24-9A1E-2E3BFD728B10}"/>
          </ac:picMkLst>
        </pc:picChg>
        <pc:cxnChg chg="add mod">
          <ac:chgData name="唐璇" userId="adf17bcb-6e69-4c5f-8a8f-4a1897473c23" providerId="ADAL" clId="{8D35C391-EF79-402F-AA7A-5E838A84C801}" dt="2020-10-11T11:17:35.538" v="743" actId="14100"/>
          <ac:cxnSpMkLst>
            <pc:docMk/>
            <pc:sldMk cId="1548670541" sldId="3654"/>
            <ac:cxnSpMk id="13" creationId="{AFF28447-483A-4F88-9CF5-50BE170818A7}"/>
          </ac:cxnSpMkLst>
        </pc:cxnChg>
      </pc:sldChg>
      <pc:sldChg chg="addSp delSp modSp add mod modTransition delAnim modAnim modNotesTx">
        <pc:chgData name="唐璇" userId="adf17bcb-6e69-4c5f-8a8f-4a1897473c23" providerId="ADAL" clId="{8D35C391-EF79-402F-AA7A-5E838A84C801}" dt="2020-10-11T12:48:57.575" v="8807" actId="20577"/>
        <pc:sldMkLst>
          <pc:docMk/>
          <pc:sldMk cId="2066773154" sldId="3657"/>
        </pc:sldMkLst>
        <pc:spChg chg="add mod">
          <ac:chgData name="唐璇" userId="adf17bcb-6e69-4c5f-8a8f-4a1897473c23" providerId="ADAL" clId="{8D35C391-EF79-402F-AA7A-5E838A84C801}" dt="2020-10-11T12:02:58.014" v="1229" actId="1037"/>
          <ac:spMkLst>
            <pc:docMk/>
            <pc:sldMk cId="2066773154" sldId="3657"/>
            <ac:spMk id="6" creationId="{A4D87030-E628-4151-B735-91AAEBCC7B41}"/>
          </ac:spMkLst>
        </pc:spChg>
        <pc:spChg chg="add mod">
          <ac:chgData name="唐璇" userId="adf17bcb-6e69-4c5f-8a8f-4a1897473c23" providerId="ADAL" clId="{8D35C391-EF79-402F-AA7A-5E838A84C801}" dt="2020-10-11T12:02:58.014" v="1229" actId="1037"/>
          <ac:spMkLst>
            <pc:docMk/>
            <pc:sldMk cId="2066773154" sldId="3657"/>
            <ac:spMk id="10" creationId="{654A94A6-4729-44B2-AA9C-08C3A7D1B4B7}"/>
          </ac:spMkLst>
        </pc:spChg>
        <pc:spChg chg="add mod">
          <ac:chgData name="唐璇" userId="adf17bcb-6e69-4c5f-8a8f-4a1897473c23" providerId="ADAL" clId="{8D35C391-EF79-402F-AA7A-5E838A84C801}" dt="2020-10-11T11:55:28.966" v="1178" actId="1076"/>
          <ac:spMkLst>
            <pc:docMk/>
            <pc:sldMk cId="2066773154" sldId="3657"/>
            <ac:spMk id="27" creationId="{BF9AB1CE-6EE0-44B4-920D-684A0118DA42}"/>
          </ac:spMkLst>
        </pc:spChg>
        <pc:spChg chg="add mod">
          <ac:chgData name="唐璇" userId="adf17bcb-6e69-4c5f-8a8f-4a1897473c23" providerId="ADAL" clId="{8D35C391-EF79-402F-AA7A-5E838A84C801}" dt="2020-10-11T12:01:37.026" v="1192"/>
          <ac:spMkLst>
            <pc:docMk/>
            <pc:sldMk cId="2066773154" sldId="3657"/>
            <ac:spMk id="34" creationId="{7C8CAD7F-0498-4571-9841-8C9E152CAAEE}"/>
          </ac:spMkLst>
        </pc:spChg>
        <pc:spChg chg="add mod">
          <ac:chgData name="唐璇" userId="adf17bcb-6e69-4c5f-8a8f-4a1897473c23" providerId="ADAL" clId="{8D35C391-EF79-402F-AA7A-5E838A84C801}" dt="2020-10-11T12:01:37.026" v="1192"/>
          <ac:spMkLst>
            <pc:docMk/>
            <pc:sldMk cId="2066773154" sldId="3657"/>
            <ac:spMk id="36" creationId="{91FE635B-C93F-4713-83F4-3F17C4716315}"/>
          </ac:spMkLst>
        </pc:spChg>
        <pc:spChg chg="add mod">
          <ac:chgData name="唐璇" userId="adf17bcb-6e69-4c5f-8a8f-4a1897473c23" providerId="ADAL" clId="{8D35C391-EF79-402F-AA7A-5E838A84C801}" dt="2020-10-11T12:01:37.026" v="1192"/>
          <ac:spMkLst>
            <pc:docMk/>
            <pc:sldMk cId="2066773154" sldId="3657"/>
            <ac:spMk id="41" creationId="{5DDF702C-38B3-43C7-AD67-99BD2EF3F43B}"/>
          </ac:spMkLst>
        </pc:spChg>
        <pc:spChg chg="add mod">
          <ac:chgData name="唐璇" userId="adf17bcb-6e69-4c5f-8a8f-4a1897473c23" providerId="ADAL" clId="{8D35C391-EF79-402F-AA7A-5E838A84C801}" dt="2020-10-11T12:01:37.026" v="1192"/>
          <ac:spMkLst>
            <pc:docMk/>
            <pc:sldMk cId="2066773154" sldId="3657"/>
            <ac:spMk id="42" creationId="{D2D13B8F-1591-4997-B59F-D4924D2CFE37}"/>
          </ac:spMkLst>
        </pc:spChg>
        <pc:spChg chg="add mod">
          <ac:chgData name="唐璇" userId="adf17bcb-6e69-4c5f-8a8f-4a1897473c23" providerId="ADAL" clId="{8D35C391-EF79-402F-AA7A-5E838A84C801}" dt="2020-10-11T12:01:37.026" v="1192"/>
          <ac:spMkLst>
            <pc:docMk/>
            <pc:sldMk cId="2066773154" sldId="3657"/>
            <ac:spMk id="43" creationId="{04E07EE0-E60F-4BC5-8AB9-8531F3CAD645}"/>
          </ac:spMkLst>
        </pc:spChg>
        <pc:spChg chg="add mod">
          <ac:chgData name="唐璇" userId="adf17bcb-6e69-4c5f-8a8f-4a1897473c23" providerId="ADAL" clId="{8D35C391-EF79-402F-AA7A-5E838A84C801}" dt="2020-10-11T12:01:37.026" v="1192"/>
          <ac:spMkLst>
            <pc:docMk/>
            <pc:sldMk cId="2066773154" sldId="3657"/>
            <ac:spMk id="44" creationId="{F31E03FE-1AA7-44FD-953A-C1F2C3BB7C3F}"/>
          </ac:spMkLst>
        </pc:spChg>
        <pc:spChg chg="add mod">
          <ac:chgData name="唐璇" userId="adf17bcb-6e69-4c5f-8a8f-4a1897473c23" providerId="ADAL" clId="{8D35C391-EF79-402F-AA7A-5E838A84C801}" dt="2020-10-11T12:01:59.339" v="1199"/>
          <ac:spMkLst>
            <pc:docMk/>
            <pc:sldMk cId="2066773154" sldId="3657"/>
            <ac:spMk id="47" creationId="{1D4DD2AB-98FA-4436-B189-7EEE5E413E18}"/>
          </ac:spMkLst>
        </pc:spChg>
        <pc:spChg chg="add mod">
          <ac:chgData name="唐璇" userId="adf17bcb-6e69-4c5f-8a8f-4a1897473c23" providerId="ADAL" clId="{8D35C391-EF79-402F-AA7A-5E838A84C801}" dt="2020-10-11T12:01:59.339" v="1199"/>
          <ac:spMkLst>
            <pc:docMk/>
            <pc:sldMk cId="2066773154" sldId="3657"/>
            <ac:spMk id="48" creationId="{34330EA6-C5C4-457C-AEE3-EF9A9B41AB09}"/>
          </ac:spMkLst>
        </pc:spChg>
        <pc:spChg chg="add mod">
          <ac:chgData name="唐璇" userId="adf17bcb-6e69-4c5f-8a8f-4a1897473c23" providerId="ADAL" clId="{8D35C391-EF79-402F-AA7A-5E838A84C801}" dt="2020-10-11T12:01:59.339" v="1199"/>
          <ac:spMkLst>
            <pc:docMk/>
            <pc:sldMk cId="2066773154" sldId="3657"/>
            <ac:spMk id="49" creationId="{DFE7D658-51F8-46F0-B516-32F96A58ECBD}"/>
          </ac:spMkLst>
        </pc:spChg>
        <pc:spChg chg="add mod">
          <ac:chgData name="唐璇" userId="adf17bcb-6e69-4c5f-8a8f-4a1897473c23" providerId="ADAL" clId="{8D35C391-EF79-402F-AA7A-5E838A84C801}" dt="2020-10-11T12:01:59.339" v="1199"/>
          <ac:spMkLst>
            <pc:docMk/>
            <pc:sldMk cId="2066773154" sldId="3657"/>
            <ac:spMk id="50" creationId="{3C2C01B3-74AA-4682-BAB6-4E1C4476CF6A}"/>
          </ac:spMkLst>
        </pc:spChg>
        <pc:spChg chg="add mod">
          <ac:chgData name="唐璇" userId="adf17bcb-6e69-4c5f-8a8f-4a1897473c23" providerId="ADAL" clId="{8D35C391-EF79-402F-AA7A-5E838A84C801}" dt="2020-10-11T12:01:59.339" v="1199"/>
          <ac:spMkLst>
            <pc:docMk/>
            <pc:sldMk cId="2066773154" sldId="3657"/>
            <ac:spMk id="51" creationId="{2057B299-5AB8-4D12-8EF3-E5B9303D5DAB}"/>
          </ac:spMkLst>
        </pc:spChg>
        <pc:spChg chg="add mod">
          <ac:chgData name="唐璇" userId="adf17bcb-6e69-4c5f-8a8f-4a1897473c23" providerId="ADAL" clId="{8D35C391-EF79-402F-AA7A-5E838A84C801}" dt="2020-10-11T12:01:59.339" v="1199"/>
          <ac:spMkLst>
            <pc:docMk/>
            <pc:sldMk cId="2066773154" sldId="3657"/>
            <ac:spMk id="52" creationId="{40FF4172-2546-4D0A-803C-3192E661FE8A}"/>
          </ac:spMkLst>
        </pc:spChg>
        <pc:spChg chg="del">
          <ac:chgData name="唐璇" userId="adf17bcb-6e69-4c5f-8a8f-4a1897473c23" providerId="ADAL" clId="{8D35C391-EF79-402F-AA7A-5E838A84C801}" dt="2020-10-11T11:50:13.775" v="1057" actId="478"/>
          <ac:spMkLst>
            <pc:docMk/>
            <pc:sldMk cId="2066773154" sldId="3657"/>
            <ac:spMk id="58" creationId="{A1F81D80-B9A6-4E4E-93AC-82D227A59D88}"/>
          </ac:spMkLst>
        </pc:spChg>
        <pc:spChg chg="del">
          <ac:chgData name="唐璇" userId="adf17bcb-6e69-4c5f-8a8f-4a1897473c23" providerId="ADAL" clId="{8D35C391-EF79-402F-AA7A-5E838A84C801}" dt="2020-10-11T11:50:13.775" v="1057" actId="478"/>
          <ac:spMkLst>
            <pc:docMk/>
            <pc:sldMk cId="2066773154" sldId="3657"/>
            <ac:spMk id="67" creationId="{6593926D-2F4E-429D-B06D-4C6C06696A67}"/>
          </ac:spMkLst>
        </pc:spChg>
        <pc:spChg chg="del">
          <ac:chgData name="唐璇" userId="adf17bcb-6e69-4c5f-8a8f-4a1897473c23" providerId="ADAL" clId="{8D35C391-EF79-402F-AA7A-5E838A84C801}" dt="2020-10-11T11:50:13.775" v="1057" actId="478"/>
          <ac:spMkLst>
            <pc:docMk/>
            <pc:sldMk cId="2066773154" sldId="3657"/>
            <ac:spMk id="69" creationId="{5DC5DA58-F02E-4D85-9E00-3E1F967756F6}"/>
          </ac:spMkLst>
        </pc:spChg>
        <pc:spChg chg="del">
          <ac:chgData name="唐璇" userId="adf17bcb-6e69-4c5f-8a8f-4a1897473c23" providerId="ADAL" clId="{8D35C391-EF79-402F-AA7A-5E838A84C801}" dt="2020-10-11T11:50:16.920" v="1059" actId="478"/>
          <ac:spMkLst>
            <pc:docMk/>
            <pc:sldMk cId="2066773154" sldId="3657"/>
            <ac:spMk id="71" creationId="{BC429160-32FA-4F1E-91E9-344BE8EFDD26}"/>
          </ac:spMkLst>
        </pc:spChg>
        <pc:grpChg chg="add mod">
          <ac:chgData name="唐璇" userId="adf17bcb-6e69-4c5f-8a8f-4a1897473c23" providerId="ADAL" clId="{8D35C391-EF79-402F-AA7A-5E838A84C801}" dt="2020-10-11T12:02:30.617" v="1208" actId="1076"/>
          <ac:grpSpMkLst>
            <pc:docMk/>
            <pc:sldMk cId="2066773154" sldId="3657"/>
            <ac:grpSpMk id="32" creationId="{D03C6CBD-843D-4340-ADA5-E345EAD1FFB6}"/>
          </ac:grpSpMkLst>
        </pc:grpChg>
        <pc:grpChg chg="add mod">
          <ac:chgData name="唐璇" userId="adf17bcb-6e69-4c5f-8a8f-4a1897473c23" providerId="ADAL" clId="{8D35C391-EF79-402F-AA7A-5E838A84C801}" dt="2020-10-11T12:02:40.487" v="1223" actId="1035"/>
          <ac:grpSpMkLst>
            <pc:docMk/>
            <pc:sldMk cId="2066773154" sldId="3657"/>
            <ac:grpSpMk id="45" creationId="{E1F10912-356F-49BB-8333-13157DE26685}"/>
          </ac:grpSpMkLst>
        </pc:grpChg>
        <pc:graphicFrameChg chg="add mod">
          <ac:chgData name="唐璇" userId="adf17bcb-6e69-4c5f-8a8f-4a1897473c23" providerId="ADAL" clId="{8D35C391-EF79-402F-AA7A-5E838A84C801}" dt="2020-10-11T12:01:39.726" v="1193"/>
          <ac:graphicFrameMkLst>
            <pc:docMk/>
            <pc:sldMk cId="2066773154" sldId="3657"/>
            <ac:graphicFrameMk id="33" creationId="{9824E2F7-E666-41BB-B217-747C512F23E7}"/>
          </ac:graphicFrameMkLst>
        </pc:graphicFrameChg>
        <pc:graphicFrameChg chg="add mod">
          <ac:chgData name="唐璇" userId="adf17bcb-6e69-4c5f-8a8f-4a1897473c23" providerId="ADAL" clId="{8D35C391-EF79-402F-AA7A-5E838A84C801}" dt="2020-10-11T12:02:27.903" v="1206" actId="1076"/>
          <ac:graphicFrameMkLst>
            <pc:docMk/>
            <pc:sldMk cId="2066773154" sldId="3657"/>
            <ac:graphicFrameMk id="46" creationId="{44FC90B3-78A8-4DC9-ABC5-5A4EDCD6164C}"/>
          </ac:graphicFrameMkLst>
        </pc:graphicFrameChg>
        <pc:picChg chg="add mod">
          <ac:chgData name="唐璇" userId="adf17bcb-6e69-4c5f-8a8f-4a1897473c23" providerId="ADAL" clId="{8D35C391-EF79-402F-AA7A-5E838A84C801}" dt="2020-10-11T12:02:58.014" v="1229" actId="1037"/>
          <ac:picMkLst>
            <pc:docMk/>
            <pc:sldMk cId="2066773154" sldId="3657"/>
            <ac:picMk id="2" creationId="{37732FF5-40B7-4153-BA5D-F81975182C67}"/>
          </ac:picMkLst>
        </pc:picChg>
        <pc:picChg chg="del">
          <ac:chgData name="唐璇" userId="adf17bcb-6e69-4c5f-8a8f-4a1897473c23" providerId="ADAL" clId="{8D35C391-EF79-402F-AA7A-5E838A84C801}" dt="2020-10-11T11:50:06.377" v="1054" actId="478"/>
          <ac:picMkLst>
            <pc:docMk/>
            <pc:sldMk cId="2066773154" sldId="3657"/>
            <ac:picMk id="4" creationId="{8C72838F-64C5-4D2B-955A-8B3EA3FFB911}"/>
          </ac:picMkLst>
        </pc:picChg>
        <pc:picChg chg="add mod modCrop">
          <ac:chgData name="唐璇" userId="adf17bcb-6e69-4c5f-8a8f-4a1897473c23" providerId="ADAL" clId="{8D35C391-EF79-402F-AA7A-5E838A84C801}" dt="2020-10-11T12:02:58.014" v="1229" actId="1037"/>
          <ac:picMkLst>
            <pc:docMk/>
            <pc:sldMk cId="2066773154" sldId="3657"/>
            <ac:picMk id="5" creationId="{E241F778-04BD-4CD8-9F8C-1888E1F5893D}"/>
          </ac:picMkLst>
        </pc:picChg>
        <pc:picChg chg="add mod">
          <ac:chgData name="唐璇" userId="adf17bcb-6e69-4c5f-8a8f-4a1897473c23" providerId="ADAL" clId="{8D35C391-EF79-402F-AA7A-5E838A84C801}" dt="2020-10-11T12:02:58.014" v="1229" actId="1037"/>
          <ac:picMkLst>
            <pc:docMk/>
            <pc:sldMk cId="2066773154" sldId="3657"/>
            <ac:picMk id="8" creationId="{943D5231-EB8F-4CB3-A55C-3FC07D1A95F8}"/>
          </ac:picMkLst>
        </pc:picChg>
        <pc:picChg chg="del">
          <ac:chgData name="唐璇" userId="adf17bcb-6e69-4c5f-8a8f-4a1897473c23" providerId="ADAL" clId="{8D35C391-EF79-402F-AA7A-5E838A84C801}" dt="2020-10-11T11:50:13.775" v="1057" actId="478"/>
          <ac:picMkLst>
            <pc:docMk/>
            <pc:sldMk cId="2066773154" sldId="3657"/>
            <ac:picMk id="9" creationId="{2D76DC9E-534F-40AC-91B4-4174C1E2058B}"/>
          </ac:picMkLst>
        </pc:picChg>
        <pc:picChg chg="del">
          <ac:chgData name="唐璇" userId="adf17bcb-6e69-4c5f-8a8f-4a1897473c23" providerId="ADAL" clId="{8D35C391-EF79-402F-AA7A-5E838A84C801}" dt="2020-10-11T11:50:13.775" v="1057" actId="478"/>
          <ac:picMkLst>
            <pc:docMk/>
            <pc:sldMk cId="2066773154" sldId="3657"/>
            <ac:picMk id="14" creationId="{C7316773-7B54-46F7-8322-6B97953688E9}"/>
          </ac:picMkLst>
        </pc:picChg>
        <pc:picChg chg="del">
          <ac:chgData name="唐璇" userId="adf17bcb-6e69-4c5f-8a8f-4a1897473c23" providerId="ADAL" clId="{8D35C391-EF79-402F-AA7A-5E838A84C801}" dt="2020-10-11T11:50:13.775" v="1057" actId="478"/>
          <ac:picMkLst>
            <pc:docMk/>
            <pc:sldMk cId="2066773154" sldId="3657"/>
            <ac:picMk id="17" creationId="{8B42BE78-5DDA-463E-9BBB-BBC23A8BF7A0}"/>
          </ac:picMkLst>
        </pc:picChg>
        <pc:picChg chg="del">
          <ac:chgData name="唐璇" userId="adf17bcb-6e69-4c5f-8a8f-4a1897473c23" providerId="ADAL" clId="{8D35C391-EF79-402F-AA7A-5E838A84C801}" dt="2020-10-11T11:50:10.451" v="1056" actId="478"/>
          <ac:picMkLst>
            <pc:docMk/>
            <pc:sldMk cId="2066773154" sldId="3657"/>
            <ac:picMk id="21" creationId="{E3D2D15E-9EE7-4F1A-ADE3-F32649CECB32}"/>
          </ac:picMkLst>
        </pc:picChg>
        <pc:picChg chg="del">
          <ac:chgData name="唐璇" userId="adf17bcb-6e69-4c5f-8a8f-4a1897473c23" providerId="ADAL" clId="{8D35C391-EF79-402F-AA7A-5E838A84C801}" dt="2020-10-11T11:50:10.451" v="1056" actId="478"/>
          <ac:picMkLst>
            <pc:docMk/>
            <pc:sldMk cId="2066773154" sldId="3657"/>
            <ac:picMk id="23" creationId="{823375BA-5764-4C9A-9126-9FF024B6792D}"/>
          </ac:picMkLst>
        </pc:picChg>
        <pc:picChg chg="del">
          <ac:chgData name="唐璇" userId="adf17bcb-6e69-4c5f-8a8f-4a1897473c23" providerId="ADAL" clId="{8D35C391-EF79-402F-AA7A-5E838A84C801}" dt="2020-10-11T11:50:13.775" v="1057" actId="478"/>
          <ac:picMkLst>
            <pc:docMk/>
            <pc:sldMk cId="2066773154" sldId="3657"/>
            <ac:picMk id="29" creationId="{3E2AF943-4EAA-4418-B43F-AE7F16588699}"/>
          </ac:picMkLst>
        </pc:picChg>
        <pc:picChg chg="del">
          <ac:chgData name="唐璇" userId="adf17bcb-6e69-4c5f-8a8f-4a1897473c23" providerId="ADAL" clId="{8D35C391-EF79-402F-AA7A-5E838A84C801}" dt="2020-10-11T11:50:10.451" v="1056" actId="478"/>
          <ac:picMkLst>
            <pc:docMk/>
            <pc:sldMk cId="2066773154" sldId="3657"/>
            <ac:picMk id="31" creationId="{C4F757A6-39F1-4872-A1B9-64E6F6895387}"/>
          </ac:picMkLst>
        </pc:picChg>
        <pc:picChg chg="del">
          <ac:chgData name="唐璇" userId="adf17bcb-6e69-4c5f-8a8f-4a1897473c23" providerId="ADAL" clId="{8D35C391-EF79-402F-AA7A-5E838A84C801}" dt="2020-10-11T11:50:16.920" v="1059" actId="478"/>
          <ac:picMkLst>
            <pc:docMk/>
            <pc:sldMk cId="2066773154" sldId="3657"/>
            <ac:picMk id="35" creationId="{B5F077AE-384A-4FD5-ACE2-02E8EEEE0B2F}"/>
          </ac:picMkLst>
        </pc:picChg>
        <pc:picChg chg="del">
          <ac:chgData name="唐璇" userId="adf17bcb-6e69-4c5f-8a8f-4a1897473c23" providerId="ADAL" clId="{8D35C391-EF79-402F-AA7A-5E838A84C801}" dt="2020-10-11T11:50:14.719" v="1058" actId="478"/>
          <ac:picMkLst>
            <pc:docMk/>
            <pc:sldMk cId="2066773154" sldId="3657"/>
            <ac:picMk id="57" creationId="{E3EAA215-D386-4F75-9400-272C889C0491}"/>
          </ac:picMkLst>
        </pc:picChg>
        <pc:cxnChg chg="del">
          <ac:chgData name="唐璇" userId="adf17bcb-6e69-4c5f-8a8f-4a1897473c23" providerId="ADAL" clId="{8D35C391-EF79-402F-AA7A-5E838A84C801}" dt="2020-10-11T11:50:09.057" v="1055" actId="478"/>
          <ac:cxnSpMkLst>
            <pc:docMk/>
            <pc:sldMk cId="2066773154" sldId="3657"/>
            <ac:cxnSpMk id="12" creationId="{27E3A597-4244-4A75-BA59-F9BCA84BF189}"/>
          </ac:cxnSpMkLst>
        </pc:cxnChg>
      </pc:sldChg>
    </pc:docChg>
  </pc:docChgLst>
  <pc:docChgLst>
    <pc:chgData name="duansunshine" userId="6354e190-1780-428f-92cf-fd521658376f" providerId="ADAL" clId="{472F9B50-C93A-4BE7-B926-2C330EF6A4CE}"/>
    <pc:docChg chg="undo redo custSel addSld delSld modSld sldOrd">
      <pc:chgData name="duansunshine" userId="6354e190-1780-428f-92cf-fd521658376f" providerId="ADAL" clId="{472F9B50-C93A-4BE7-B926-2C330EF6A4CE}" dt="2020-11-01T02:59:39.763" v="4728" actId="2696"/>
      <pc:docMkLst>
        <pc:docMk/>
      </pc:docMkLst>
      <pc:sldChg chg="modSp modNotesTx">
        <pc:chgData name="duansunshine" userId="6354e190-1780-428f-92cf-fd521658376f" providerId="ADAL" clId="{472F9B50-C93A-4BE7-B926-2C330EF6A4CE}" dt="2020-10-31T05:24:43.650" v="165" actId="20577"/>
        <pc:sldMkLst>
          <pc:docMk/>
          <pc:sldMk cId="0" sldId="257"/>
        </pc:sldMkLst>
        <pc:spChg chg="mod">
          <ac:chgData name="duansunshine" userId="6354e190-1780-428f-92cf-fd521658376f" providerId="ADAL" clId="{472F9B50-C93A-4BE7-B926-2C330EF6A4CE}" dt="2020-10-31T05:16:57.111" v="15" actId="1076"/>
          <ac:spMkLst>
            <pc:docMk/>
            <pc:sldMk cId="0" sldId="257"/>
            <ac:spMk id="4" creationId="{6605DA8A-0DB6-494F-ACAB-466691022386}"/>
          </ac:spMkLst>
        </pc:spChg>
      </pc:sldChg>
      <pc:sldChg chg="addSp delSp modSp delAnim modAnim modNotesTx">
        <pc:chgData name="duansunshine" userId="6354e190-1780-428f-92cf-fd521658376f" providerId="ADAL" clId="{472F9B50-C93A-4BE7-B926-2C330EF6A4CE}" dt="2020-10-31T11:26:58.976" v="3324" actId="113"/>
        <pc:sldMkLst>
          <pc:docMk/>
          <pc:sldMk cId="0" sldId="258"/>
        </pc:sldMkLst>
        <pc:spChg chg="mod">
          <ac:chgData name="duansunshine" userId="6354e190-1780-428f-92cf-fd521658376f" providerId="ADAL" clId="{472F9B50-C93A-4BE7-B926-2C330EF6A4CE}" dt="2020-10-31T11:19:21.247" v="3179" actId="5793"/>
          <ac:spMkLst>
            <pc:docMk/>
            <pc:sldMk cId="0" sldId="258"/>
            <ac:spMk id="2" creationId="{A4314781-95B0-4819-964F-8893C9CC191E}"/>
          </ac:spMkLst>
        </pc:spChg>
        <pc:spChg chg="del mod">
          <ac:chgData name="duansunshine" userId="6354e190-1780-428f-92cf-fd521658376f" providerId="ADAL" clId="{472F9B50-C93A-4BE7-B926-2C330EF6A4CE}" dt="2020-10-31T07:23:55.378" v="952" actId="478"/>
          <ac:spMkLst>
            <pc:docMk/>
            <pc:sldMk cId="0" sldId="258"/>
            <ac:spMk id="3" creationId="{774A21F6-6F46-4CB5-8C08-0E2EA929AC3B}"/>
          </ac:spMkLst>
        </pc:spChg>
        <pc:spChg chg="add mod">
          <ac:chgData name="duansunshine" userId="6354e190-1780-428f-92cf-fd521658376f" providerId="ADAL" clId="{472F9B50-C93A-4BE7-B926-2C330EF6A4CE}" dt="2020-10-31T11:26:58.976" v="3324" actId="113"/>
          <ac:spMkLst>
            <pc:docMk/>
            <pc:sldMk cId="0" sldId="258"/>
            <ac:spMk id="5" creationId="{ECC94013-868A-40B9-A739-94817E4239FD}"/>
          </ac:spMkLst>
        </pc:spChg>
        <pc:spChg chg="add mod">
          <ac:chgData name="duansunshine" userId="6354e190-1780-428f-92cf-fd521658376f" providerId="ADAL" clId="{472F9B50-C93A-4BE7-B926-2C330EF6A4CE}" dt="2020-10-31T11:25:51.256" v="3305" actId="20577"/>
          <ac:spMkLst>
            <pc:docMk/>
            <pc:sldMk cId="0" sldId="258"/>
            <ac:spMk id="6" creationId="{C778099A-1CC4-488B-AC62-EE37128B8066}"/>
          </ac:spMkLst>
        </pc:spChg>
        <pc:spChg chg="add">
          <ac:chgData name="duansunshine" userId="6354e190-1780-428f-92cf-fd521658376f" providerId="ADAL" clId="{472F9B50-C93A-4BE7-B926-2C330EF6A4CE}" dt="2020-10-31T07:24:06.233" v="954"/>
          <ac:spMkLst>
            <pc:docMk/>
            <pc:sldMk cId="0" sldId="258"/>
            <ac:spMk id="11" creationId="{F2B11484-BAE0-47AB-B09F-C7B52340F0FB}"/>
          </ac:spMkLst>
        </pc:spChg>
        <pc:spChg chg="add">
          <ac:chgData name="duansunshine" userId="6354e190-1780-428f-92cf-fd521658376f" providerId="ADAL" clId="{472F9B50-C93A-4BE7-B926-2C330EF6A4CE}" dt="2020-10-31T07:24:06.233" v="954"/>
          <ac:spMkLst>
            <pc:docMk/>
            <pc:sldMk cId="0" sldId="258"/>
            <ac:spMk id="12" creationId="{2B57641B-D687-4126-B345-258966B37694}"/>
          </ac:spMkLst>
        </pc:spChg>
        <pc:spChg chg="mod">
          <ac:chgData name="duansunshine" userId="6354e190-1780-428f-92cf-fd521658376f" providerId="ADAL" clId="{472F9B50-C93A-4BE7-B926-2C330EF6A4CE}" dt="2020-10-31T11:25:38.622" v="3301" actId="108"/>
          <ac:spMkLst>
            <pc:docMk/>
            <pc:sldMk cId="0" sldId="258"/>
            <ac:spMk id="18" creationId="{80937082-3850-40C0-86D1-5576A6FB2B14}"/>
          </ac:spMkLst>
        </pc:spChg>
        <pc:spChg chg="del">
          <ac:chgData name="duansunshine" userId="6354e190-1780-428f-92cf-fd521658376f" providerId="ADAL" clId="{472F9B50-C93A-4BE7-B926-2C330EF6A4CE}" dt="2020-10-31T07:24:00.786" v="953" actId="478"/>
          <ac:spMkLst>
            <pc:docMk/>
            <pc:sldMk cId="0" sldId="258"/>
            <ac:spMk id="47" creationId="{00000000-0000-0000-0000-000000000000}"/>
          </ac:spMkLst>
        </pc:spChg>
        <pc:grpChg chg="add del mod">
          <ac:chgData name="duansunshine" userId="6354e190-1780-428f-92cf-fd521658376f" providerId="ADAL" clId="{472F9B50-C93A-4BE7-B926-2C330EF6A4CE}" dt="2020-10-31T11:25:42.487" v="3302" actId="478"/>
          <ac:grpSpMkLst>
            <pc:docMk/>
            <pc:sldMk cId="0" sldId="258"/>
            <ac:grpSpMk id="16" creationId="{18A42358-E79D-4B20-9220-77B844B02AF1}"/>
          </ac:grpSpMkLst>
        </pc:grpChg>
        <pc:graphicFrameChg chg="add del mod modGraphic">
          <ac:chgData name="duansunshine" userId="6354e190-1780-428f-92cf-fd521658376f" providerId="ADAL" clId="{472F9B50-C93A-4BE7-B926-2C330EF6A4CE}" dt="2020-10-31T11:20:13.697" v="3189" actId="478"/>
          <ac:graphicFrameMkLst>
            <pc:docMk/>
            <pc:sldMk cId="0" sldId="258"/>
            <ac:graphicFrameMk id="4" creationId="{0B117886-F183-4D0A-8669-A3230C0D8A68}"/>
          </ac:graphicFrameMkLst>
        </pc:graphicFrameChg>
        <pc:cxnChg chg="add">
          <ac:chgData name="duansunshine" userId="6354e190-1780-428f-92cf-fd521658376f" providerId="ADAL" clId="{472F9B50-C93A-4BE7-B926-2C330EF6A4CE}" dt="2020-10-31T07:24:06.233" v="954"/>
          <ac:cxnSpMkLst>
            <pc:docMk/>
            <pc:sldMk cId="0" sldId="258"/>
            <ac:cxnSpMk id="9" creationId="{FE0A7CE1-DCC1-45DB-8091-2D746DACBDB5}"/>
          </ac:cxnSpMkLst>
        </pc:cxnChg>
        <pc:cxnChg chg="add">
          <ac:chgData name="duansunshine" userId="6354e190-1780-428f-92cf-fd521658376f" providerId="ADAL" clId="{472F9B50-C93A-4BE7-B926-2C330EF6A4CE}" dt="2020-10-31T07:24:06.233" v="954"/>
          <ac:cxnSpMkLst>
            <pc:docMk/>
            <pc:sldMk cId="0" sldId="258"/>
            <ac:cxnSpMk id="10" creationId="{3B23AE79-75A8-4CF2-8F2B-D6F152AAD396}"/>
          </ac:cxnSpMkLst>
        </pc:cxnChg>
        <pc:cxnChg chg="add mod">
          <ac:chgData name="duansunshine" userId="6354e190-1780-428f-92cf-fd521658376f" providerId="ADAL" clId="{472F9B50-C93A-4BE7-B926-2C330EF6A4CE}" dt="2020-10-31T11:26:41.361" v="3318" actId="14100"/>
          <ac:cxnSpMkLst>
            <pc:docMk/>
            <pc:sldMk cId="0" sldId="258"/>
            <ac:cxnSpMk id="19" creationId="{358C6CC8-DA7B-4B2B-B299-616DBC38334D}"/>
          </ac:cxnSpMkLst>
        </pc:cxnChg>
        <pc:cxnChg chg="mod">
          <ac:chgData name="duansunshine" userId="6354e190-1780-428f-92cf-fd521658376f" providerId="ADAL" clId="{472F9B50-C93A-4BE7-B926-2C330EF6A4CE}" dt="2020-10-31T11:26:32.728" v="3315" actId="1076"/>
          <ac:cxnSpMkLst>
            <pc:docMk/>
            <pc:sldMk cId="0" sldId="258"/>
            <ac:cxnSpMk id="36" creationId="{00000000-0000-0000-0000-000000000000}"/>
          </ac:cxnSpMkLst>
        </pc:cxnChg>
        <pc:cxnChg chg="mod">
          <ac:chgData name="duansunshine" userId="6354e190-1780-428f-92cf-fd521658376f" providerId="ADAL" clId="{472F9B50-C93A-4BE7-B926-2C330EF6A4CE}" dt="2020-10-31T11:26:17.808" v="3314" actId="1076"/>
          <ac:cxnSpMkLst>
            <pc:docMk/>
            <pc:sldMk cId="0" sldId="258"/>
            <ac:cxnSpMk id="39" creationId="{00000000-0000-0000-0000-000000000000}"/>
          </ac:cxnSpMkLst>
        </pc:cxnChg>
      </pc:sldChg>
      <pc:sldChg chg="addSp delSp modSp del ord addAnim delAnim modAnim modNotesTx">
        <pc:chgData name="duansunshine" userId="6354e190-1780-428f-92cf-fd521658376f" providerId="ADAL" clId="{472F9B50-C93A-4BE7-B926-2C330EF6A4CE}" dt="2020-10-31T08:45:16.674" v="2441" actId="2696"/>
        <pc:sldMkLst>
          <pc:docMk/>
          <pc:sldMk cId="0" sldId="260"/>
        </pc:sldMkLst>
        <pc:spChg chg="del mod">
          <ac:chgData name="duansunshine" userId="6354e190-1780-428f-92cf-fd521658376f" providerId="ADAL" clId="{472F9B50-C93A-4BE7-B926-2C330EF6A4CE}" dt="2020-10-31T08:36:48.169" v="2363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08:38:33.494" v="2382" actId="1076"/>
          <ac:spMkLst>
            <pc:docMk/>
            <pc:sldMk cId="0" sldId="260"/>
            <ac:spMk id="11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07:37:50.722" v="1585" actId="478"/>
          <ac:spMkLst>
            <pc:docMk/>
            <pc:sldMk cId="0" sldId="260"/>
            <ac:spMk id="12" creationId="{BB18699D-E02A-44FF-9F5C-D0E27AF3A111}"/>
          </ac:spMkLst>
        </pc:spChg>
        <pc:spChg chg="add del">
          <ac:chgData name="duansunshine" userId="6354e190-1780-428f-92cf-fd521658376f" providerId="ADAL" clId="{472F9B50-C93A-4BE7-B926-2C330EF6A4CE}" dt="2020-10-31T07:37:18.738" v="1583" actId="478"/>
          <ac:spMkLst>
            <pc:docMk/>
            <pc:sldMk cId="0" sldId="260"/>
            <ac:spMk id="14" creationId="{9F1C7D02-4204-48A1-A179-6D58F737741A}"/>
          </ac:spMkLst>
        </pc:spChg>
        <pc:spChg chg="add del mod">
          <ac:chgData name="duansunshine" userId="6354e190-1780-428f-92cf-fd521658376f" providerId="ADAL" clId="{472F9B50-C93A-4BE7-B926-2C330EF6A4CE}" dt="2020-10-31T08:36:49.953" v="2364" actId="478"/>
          <ac:spMkLst>
            <pc:docMk/>
            <pc:sldMk cId="0" sldId="260"/>
            <ac:spMk id="15" creationId="{339D491C-AD2D-42D7-A684-10C4AB2A981C}"/>
          </ac:spMkLst>
        </pc:spChg>
        <pc:spChg chg="add mod">
          <ac:chgData name="duansunshine" userId="6354e190-1780-428f-92cf-fd521658376f" providerId="ADAL" clId="{472F9B50-C93A-4BE7-B926-2C330EF6A4CE}" dt="2020-10-31T08:38:38.301" v="2383" actId="1076"/>
          <ac:spMkLst>
            <pc:docMk/>
            <pc:sldMk cId="0" sldId="260"/>
            <ac:spMk id="16" creationId="{F020567F-8A65-41EF-8969-FD2EDFACB5EC}"/>
          </ac:spMkLst>
        </pc:spChg>
        <pc:spChg chg="add del mod">
          <ac:chgData name="duansunshine" userId="6354e190-1780-428f-92cf-fd521658376f" providerId="ADAL" clId="{472F9B50-C93A-4BE7-B926-2C330EF6A4CE}" dt="2020-10-31T07:49:00.908" v="1674"/>
          <ac:spMkLst>
            <pc:docMk/>
            <pc:sldMk cId="0" sldId="260"/>
            <ac:spMk id="17" creationId="{CE1A8996-75CD-40B9-B52A-7B5EA0AA61FB}"/>
          </ac:spMkLst>
        </pc:spChg>
        <pc:spChg chg="add del mod">
          <ac:chgData name="duansunshine" userId="6354e190-1780-428f-92cf-fd521658376f" providerId="ADAL" clId="{472F9B50-C93A-4BE7-B926-2C330EF6A4CE}" dt="2020-10-31T07:49:00.908" v="1674"/>
          <ac:spMkLst>
            <pc:docMk/>
            <pc:sldMk cId="0" sldId="260"/>
            <ac:spMk id="18" creationId="{BA2321F5-6508-4D97-982B-64B560EA0079}"/>
          </ac:spMkLst>
        </pc:spChg>
        <pc:spChg chg="add del mod">
          <ac:chgData name="duansunshine" userId="6354e190-1780-428f-92cf-fd521658376f" providerId="ADAL" clId="{472F9B50-C93A-4BE7-B926-2C330EF6A4CE}" dt="2020-10-31T07:49:00.908" v="1674"/>
          <ac:spMkLst>
            <pc:docMk/>
            <pc:sldMk cId="0" sldId="260"/>
            <ac:spMk id="19" creationId="{1D9EF2FF-0574-4195-9739-50A709CC17FA}"/>
          </ac:spMkLst>
        </pc:spChg>
        <pc:spChg chg="add del mod">
          <ac:chgData name="duansunshine" userId="6354e190-1780-428f-92cf-fd521658376f" providerId="ADAL" clId="{472F9B50-C93A-4BE7-B926-2C330EF6A4CE}" dt="2020-10-31T07:49:00.908" v="1674"/>
          <ac:spMkLst>
            <pc:docMk/>
            <pc:sldMk cId="0" sldId="260"/>
            <ac:spMk id="20" creationId="{CD0500B2-D227-4E69-802C-650467278359}"/>
          </ac:spMkLst>
        </pc:spChg>
        <pc:spChg chg="add del mod">
          <ac:chgData name="duansunshine" userId="6354e190-1780-428f-92cf-fd521658376f" providerId="ADAL" clId="{472F9B50-C93A-4BE7-B926-2C330EF6A4CE}" dt="2020-10-31T07:49:00.908" v="1674"/>
          <ac:spMkLst>
            <pc:docMk/>
            <pc:sldMk cId="0" sldId="260"/>
            <ac:spMk id="21" creationId="{D65F4753-EA7A-40EB-A67D-DFB72BD9BC00}"/>
          </ac:spMkLst>
        </pc:spChg>
        <pc:spChg chg="add del mod">
          <ac:chgData name="duansunshine" userId="6354e190-1780-428f-92cf-fd521658376f" providerId="ADAL" clId="{472F9B50-C93A-4BE7-B926-2C330EF6A4CE}" dt="2020-10-31T07:49:00.908" v="1674"/>
          <ac:spMkLst>
            <pc:docMk/>
            <pc:sldMk cId="0" sldId="260"/>
            <ac:spMk id="22" creationId="{65F5A2D3-4C32-42F8-8C70-6D129FC2B7C2}"/>
          </ac:spMkLst>
        </pc:spChg>
        <pc:spChg chg="add del mod">
          <ac:chgData name="duansunshine" userId="6354e190-1780-428f-92cf-fd521658376f" providerId="ADAL" clId="{472F9B50-C93A-4BE7-B926-2C330EF6A4CE}" dt="2020-10-31T07:49:00.908" v="1674"/>
          <ac:spMkLst>
            <pc:docMk/>
            <pc:sldMk cId="0" sldId="260"/>
            <ac:spMk id="23" creationId="{5BFEA489-117B-4EDE-8B49-D261684FE831}"/>
          </ac:spMkLst>
        </pc:spChg>
        <pc:spChg chg="add del mod">
          <ac:chgData name="duansunshine" userId="6354e190-1780-428f-92cf-fd521658376f" providerId="ADAL" clId="{472F9B50-C93A-4BE7-B926-2C330EF6A4CE}" dt="2020-10-31T07:49:00.908" v="1674"/>
          <ac:spMkLst>
            <pc:docMk/>
            <pc:sldMk cId="0" sldId="260"/>
            <ac:spMk id="24" creationId="{4F1DA152-12F6-42FA-B042-5B5A4C2ADDC1}"/>
          </ac:spMkLst>
        </pc:spChg>
        <pc:spChg chg="mod">
          <ac:chgData name="duansunshine" userId="6354e190-1780-428f-92cf-fd521658376f" providerId="ADAL" clId="{472F9B50-C93A-4BE7-B926-2C330EF6A4CE}" dt="2020-10-31T08:36:01.008" v="2342" actId="120"/>
          <ac:spMkLst>
            <pc:docMk/>
            <pc:sldMk cId="0" sldId="260"/>
            <ac:spMk id="26" creationId="{B6CB0170-412B-4DFB-8CC4-80E236AB6EA5}"/>
          </ac:spMkLst>
        </pc:spChg>
        <pc:spChg chg="mod">
          <ac:chgData name="duansunshine" userId="6354e190-1780-428f-92cf-fd521658376f" providerId="ADAL" clId="{472F9B50-C93A-4BE7-B926-2C330EF6A4CE}" dt="2020-10-31T08:38:30.686" v="2381" actId="115"/>
          <ac:spMkLst>
            <pc:docMk/>
            <pc:sldMk cId="0" sldId="260"/>
            <ac:spMk id="29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08:35:17.028" v="2336" actId="255"/>
          <ac:spMkLst>
            <pc:docMk/>
            <pc:sldMk cId="0" sldId="260"/>
            <ac:spMk id="31" creationId="{CA64E240-F8ED-471F-B366-4FF31946B05E}"/>
          </ac:spMkLst>
        </pc:spChg>
        <pc:spChg chg="mod">
          <ac:chgData name="duansunshine" userId="6354e190-1780-428f-92cf-fd521658376f" providerId="ADAL" clId="{472F9B50-C93A-4BE7-B926-2C330EF6A4CE}" dt="2020-10-31T08:40:59.646" v="2402" actId="14100"/>
          <ac:spMkLst>
            <pc:docMk/>
            <pc:sldMk cId="0" sldId="260"/>
            <ac:spMk id="33" creationId="{37FAF32E-3C6C-42B4-9CBF-8C063DE699CC}"/>
          </ac:spMkLst>
        </pc:spChg>
        <pc:spChg chg="mod">
          <ac:chgData name="duansunshine" userId="6354e190-1780-428f-92cf-fd521658376f" providerId="ADAL" clId="{472F9B50-C93A-4BE7-B926-2C330EF6A4CE}" dt="2020-10-31T08:41:02.581" v="2403" actId="14100"/>
          <ac:spMkLst>
            <pc:docMk/>
            <pc:sldMk cId="0" sldId="260"/>
            <ac:spMk id="34" creationId="{973E074D-3A51-4166-AA9D-C2FF4C871884}"/>
          </ac:spMkLst>
        </pc:spChg>
        <pc:spChg chg="mod">
          <ac:chgData name="duansunshine" userId="6354e190-1780-428f-92cf-fd521658376f" providerId="ADAL" clId="{472F9B50-C93A-4BE7-B926-2C330EF6A4CE}" dt="2020-10-31T07:47:50.120" v="1669" actId="207"/>
          <ac:spMkLst>
            <pc:docMk/>
            <pc:sldMk cId="0" sldId="260"/>
            <ac:spMk id="36" creationId="{FE709EFA-79A9-4834-A506-AFAB0E5F6059}"/>
          </ac:spMkLst>
        </pc:spChg>
        <pc:spChg chg="mod">
          <ac:chgData name="duansunshine" userId="6354e190-1780-428f-92cf-fd521658376f" providerId="ADAL" clId="{472F9B50-C93A-4BE7-B926-2C330EF6A4CE}" dt="2020-10-31T08:02:00.873" v="2208" actId="20577"/>
          <ac:spMkLst>
            <pc:docMk/>
            <pc:sldMk cId="0" sldId="260"/>
            <ac:spMk id="39" creationId="{111E83DF-EB89-458F-9DA4-75CB7F94E698}"/>
          </ac:spMkLst>
        </pc:spChg>
        <pc:spChg chg="mod">
          <ac:chgData name="duansunshine" userId="6354e190-1780-428f-92cf-fd521658376f" providerId="ADAL" clId="{472F9B50-C93A-4BE7-B926-2C330EF6A4CE}" dt="2020-10-31T08:40:45.673" v="2398" actId="14100"/>
          <ac:spMkLst>
            <pc:docMk/>
            <pc:sldMk cId="0" sldId="260"/>
            <ac:spMk id="40" creationId="{07DEC059-CCB2-4994-BF6E-4A5706BD9AA8}"/>
          </ac:spMkLst>
        </pc:spChg>
        <pc:spChg chg="add del">
          <ac:chgData name="duansunshine" userId="6354e190-1780-428f-92cf-fd521658376f" providerId="ADAL" clId="{472F9B50-C93A-4BE7-B926-2C330EF6A4CE}" dt="2020-10-31T08:02:00.443" v="2207"/>
          <ac:spMkLst>
            <pc:docMk/>
            <pc:sldMk cId="0" sldId="260"/>
            <ac:spMk id="43" creationId="{03837305-6AE3-440C-ABF2-4A7DE19B4F98}"/>
          </ac:spMkLst>
        </pc:spChg>
        <pc:grpChg chg="add mod">
          <ac:chgData name="duansunshine" userId="6354e190-1780-428f-92cf-fd521658376f" providerId="ADAL" clId="{472F9B50-C93A-4BE7-B926-2C330EF6A4CE}" dt="2020-10-31T08:40:25.373" v="2395" actId="1076"/>
          <ac:grpSpMkLst>
            <pc:docMk/>
            <pc:sldMk cId="0" sldId="260"/>
            <ac:grpSpMk id="25" creationId="{71438B5C-FA80-4F9F-9A1F-A418441816F0}"/>
          </ac:grpSpMkLst>
        </pc:grpChg>
        <pc:grpChg chg="add mod">
          <ac:chgData name="duansunshine" userId="6354e190-1780-428f-92cf-fd521658376f" providerId="ADAL" clId="{472F9B50-C93A-4BE7-B926-2C330EF6A4CE}" dt="2020-10-31T08:40:51.102" v="2399" actId="1076"/>
          <ac:grpSpMkLst>
            <pc:docMk/>
            <pc:sldMk cId="0" sldId="260"/>
            <ac:grpSpMk id="32" creationId="{09D0AB6B-9D0F-4555-82FC-3E9D8CD63067}"/>
          </ac:grpSpMkLst>
        </pc:grpChg>
        <pc:grpChg chg="add del mod">
          <ac:chgData name="duansunshine" userId="6354e190-1780-428f-92cf-fd521658376f" providerId="ADAL" clId="{472F9B50-C93A-4BE7-B926-2C330EF6A4CE}" dt="2020-10-31T07:50:42.682" v="1678" actId="478"/>
          <ac:grpSpMkLst>
            <pc:docMk/>
            <pc:sldMk cId="0" sldId="260"/>
            <ac:grpSpMk id="35" creationId="{4142B37E-E7B9-437D-9363-0D82149D20D2}"/>
          </ac:grpSpMkLst>
        </pc:grpChg>
        <pc:grpChg chg="add mod">
          <ac:chgData name="duansunshine" userId="6354e190-1780-428f-92cf-fd521658376f" providerId="ADAL" clId="{472F9B50-C93A-4BE7-B926-2C330EF6A4CE}" dt="2020-10-31T08:40:43.269" v="2397" actId="1076"/>
          <ac:grpSpMkLst>
            <pc:docMk/>
            <pc:sldMk cId="0" sldId="260"/>
            <ac:grpSpMk id="38" creationId="{1C0B8FAC-2774-4AD5-913D-4E62DC6A106E}"/>
          </ac:grpSpMkLst>
        </pc:grpChg>
        <pc:picChg chg="del">
          <ac:chgData name="duansunshine" userId="6354e190-1780-428f-92cf-fd521658376f" providerId="ADAL" clId="{472F9B50-C93A-4BE7-B926-2C330EF6A4CE}" dt="2020-10-31T07:41:11.520" v="1622" actId="478"/>
          <ac:picMkLst>
            <pc:docMk/>
            <pc:sldMk cId="0" sldId="260"/>
            <ac:picMk id="1028" creationId="{D6B8829D-090A-4FCA-B7E8-A5126E448959}"/>
          </ac:picMkLst>
        </pc:picChg>
        <pc:cxnChg chg="add del mod">
          <ac:chgData name="duansunshine" userId="6354e190-1780-428f-92cf-fd521658376f" providerId="ADAL" clId="{472F9B50-C93A-4BE7-B926-2C330EF6A4CE}" dt="2020-10-31T08:31:43.443" v="2306" actId="478"/>
          <ac:cxnSpMkLst>
            <pc:docMk/>
            <pc:sldMk cId="0" sldId="260"/>
            <ac:cxnSpMk id="13" creationId="{00000000-0000-0000-0000-000000000000}"/>
          </ac:cxnSpMkLst>
        </pc:cxnChg>
        <pc:cxnChg chg="add del mod">
          <ac:chgData name="duansunshine" userId="6354e190-1780-428f-92cf-fd521658376f" providerId="ADAL" clId="{472F9B50-C93A-4BE7-B926-2C330EF6A4CE}" dt="2020-10-31T08:10:39.599" v="2300" actId="478"/>
          <ac:cxnSpMkLst>
            <pc:docMk/>
            <pc:sldMk cId="0" sldId="260"/>
            <ac:cxnSpMk id="41" creationId="{58B2F2BD-D982-4981-BA85-9876F2C5DAD7}"/>
          </ac:cxnSpMkLst>
        </pc:cxnChg>
        <pc:cxnChg chg="add del mod">
          <ac:chgData name="duansunshine" userId="6354e190-1780-428f-92cf-fd521658376f" providerId="ADAL" clId="{472F9B50-C93A-4BE7-B926-2C330EF6A4CE}" dt="2020-10-31T08:10:40.567" v="2301" actId="478"/>
          <ac:cxnSpMkLst>
            <pc:docMk/>
            <pc:sldMk cId="0" sldId="260"/>
            <ac:cxnSpMk id="42" creationId="{DD42C719-2D94-4078-8743-4E28920FC930}"/>
          </ac:cxnSpMkLst>
        </pc:cxnChg>
      </pc:sldChg>
      <pc:sldChg chg="addSp delSp modSp del delAnim modAnim modNotesTx">
        <pc:chgData name="duansunshine" userId="6354e190-1780-428f-92cf-fd521658376f" providerId="ADAL" clId="{472F9B50-C93A-4BE7-B926-2C330EF6A4CE}" dt="2020-10-31T11:01:44.202" v="2970" actId="2696"/>
        <pc:sldMkLst>
          <pc:docMk/>
          <pc:sldMk cId="0" sldId="261"/>
        </pc:sldMkLst>
        <pc:spChg chg="mod">
          <ac:chgData name="duansunshine" userId="6354e190-1780-428f-92cf-fd521658376f" providerId="ADAL" clId="{472F9B50-C93A-4BE7-B926-2C330EF6A4CE}" dt="2020-10-31T10:32:49.873" v="2858"/>
          <ac:spMkLst>
            <pc:docMk/>
            <pc:sldMk cId="0" sldId="261"/>
            <ac:spMk id="3" creationId="{4623B8FA-4C91-4E11-9901-C674D66AD7DF}"/>
          </ac:spMkLst>
        </pc:spChg>
        <pc:spChg chg="mod">
          <ac:chgData name="duansunshine" userId="6354e190-1780-428f-92cf-fd521658376f" providerId="ADAL" clId="{472F9B50-C93A-4BE7-B926-2C330EF6A4CE}" dt="2020-10-31T09:12:47.217" v="2814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08:58:18.373" v="2606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09:03:03.537" v="2682" actId="20577"/>
          <ac:spMkLst>
            <pc:docMk/>
            <pc:sldMk cId="0" sldId="261"/>
            <ac:spMk id="13" creationId="{862CE6C6-06F7-46A6-9C52-02BB45E03FC0}"/>
          </ac:spMkLst>
        </pc:spChg>
        <pc:spChg chg="mod">
          <ac:chgData name="duansunshine" userId="6354e190-1780-428f-92cf-fd521658376f" providerId="ADAL" clId="{472F9B50-C93A-4BE7-B926-2C330EF6A4CE}" dt="2020-10-31T09:02:36.957" v="2677" actId="20577"/>
          <ac:spMkLst>
            <pc:docMk/>
            <pc:sldMk cId="0" sldId="261"/>
            <ac:spMk id="14" creationId="{AF9C4D9A-8471-4225-B3E3-246FCC6E3B62}"/>
          </ac:spMkLst>
        </pc:spChg>
        <pc:grpChg chg="add mod">
          <ac:chgData name="duansunshine" userId="6354e190-1780-428f-92cf-fd521658376f" providerId="ADAL" clId="{472F9B50-C93A-4BE7-B926-2C330EF6A4CE}" dt="2020-10-31T09:02:54.137" v="2678"/>
          <ac:grpSpMkLst>
            <pc:docMk/>
            <pc:sldMk cId="0" sldId="261"/>
            <ac:grpSpMk id="11" creationId="{8409050F-997E-4F8B-9B9B-0DE23728394D}"/>
          </ac:grpSpMkLst>
        </pc:grpChg>
        <pc:grpChg chg="mod">
          <ac:chgData name="duansunshine" userId="6354e190-1780-428f-92cf-fd521658376f" providerId="ADAL" clId="{472F9B50-C93A-4BE7-B926-2C330EF6A4CE}" dt="2020-10-31T09:11:34.071" v="2782" actId="20578"/>
          <ac:grpSpMkLst>
            <pc:docMk/>
            <pc:sldMk cId="0" sldId="261"/>
            <ac:grpSpMk id="12" creationId="{00000000-0000-0000-0000-000000000000}"/>
          </ac:grpSpMkLst>
        </pc:grpChg>
        <pc:picChg chg="del">
          <ac:chgData name="duansunshine" userId="6354e190-1780-428f-92cf-fd521658376f" providerId="ADAL" clId="{472F9B50-C93A-4BE7-B926-2C330EF6A4CE}" dt="2020-10-31T08:53:03.973" v="2548" actId="478"/>
          <ac:picMkLst>
            <pc:docMk/>
            <pc:sldMk cId="0" sldId="261"/>
            <ac:picMk id="2050" creationId="{49180F53-5BA5-4D24-9A1E-2E3BFD728B10}"/>
          </ac:picMkLst>
        </pc:picChg>
        <pc:cxnChg chg="del mod">
          <ac:chgData name="duansunshine" userId="6354e190-1780-428f-92cf-fd521658376f" providerId="ADAL" clId="{472F9B50-C93A-4BE7-B926-2C330EF6A4CE}" dt="2020-10-31T09:01:46.823" v="2655" actId="478"/>
          <ac:cxnSpMkLst>
            <pc:docMk/>
            <pc:sldMk cId="0" sldId="261"/>
            <ac:cxnSpMk id="22" creationId="{EC79B23E-36FA-49AD-B9F3-E6F9C36FDAF9}"/>
          </ac:cxnSpMkLst>
        </pc:cxnChg>
      </pc:sldChg>
      <pc:sldChg chg="modSp ord modNotesTx">
        <pc:chgData name="duansunshine" userId="6354e190-1780-428f-92cf-fd521658376f" providerId="ADAL" clId="{472F9B50-C93A-4BE7-B926-2C330EF6A4CE}" dt="2020-10-31T05:24:50.074" v="166" actId="20577"/>
        <pc:sldMkLst>
          <pc:docMk/>
          <pc:sldMk cId="0" sldId="263"/>
        </pc:sldMkLst>
        <pc:spChg chg="mod">
          <ac:chgData name="duansunshine" userId="6354e190-1780-428f-92cf-fd521658376f" providerId="ADAL" clId="{472F9B50-C93A-4BE7-B926-2C330EF6A4CE}" dt="2020-10-31T05:17:40.853" v="17"/>
          <ac:spMkLst>
            <pc:docMk/>
            <pc:sldMk cId="0" sldId="263"/>
            <ac:spMk id="28" creationId="{00000000-0000-0000-0000-000000000000}"/>
          </ac:spMkLst>
        </pc:spChg>
      </pc:sldChg>
      <pc:sldChg chg="modSp modNotesTx">
        <pc:chgData name="duansunshine" userId="6354e190-1780-428f-92cf-fd521658376f" providerId="ADAL" clId="{472F9B50-C93A-4BE7-B926-2C330EF6A4CE}" dt="2020-10-31T07:36:16.192" v="1552" actId="313"/>
        <pc:sldMkLst>
          <pc:docMk/>
          <pc:sldMk cId="0" sldId="264"/>
        </pc:sldMkLst>
        <pc:spChg chg="mod">
          <ac:chgData name="duansunshine" userId="6354e190-1780-428f-92cf-fd521658376f" providerId="ADAL" clId="{472F9B50-C93A-4BE7-B926-2C330EF6A4CE}" dt="2020-10-31T05:23:25.453" v="108" actId="1037"/>
          <ac:spMkLst>
            <pc:docMk/>
            <pc:sldMk cId="0" sldId="264"/>
            <ac:spMk id="28" creationId="{00000000-0000-0000-0000-000000000000}"/>
          </ac:spMkLst>
        </pc:spChg>
      </pc:sldChg>
      <pc:sldChg chg="modSp modNotesTx">
        <pc:chgData name="duansunshine" userId="6354e190-1780-428f-92cf-fd521658376f" providerId="ADAL" clId="{472F9B50-C93A-4BE7-B926-2C330EF6A4CE}" dt="2020-10-31T05:30:16.090" v="198" actId="20577"/>
        <pc:sldMkLst>
          <pc:docMk/>
          <pc:sldMk cId="0" sldId="265"/>
        </pc:sldMkLst>
        <pc:spChg chg="mod">
          <ac:chgData name="duansunshine" userId="6354e190-1780-428f-92cf-fd521658376f" providerId="ADAL" clId="{472F9B50-C93A-4BE7-B926-2C330EF6A4CE}" dt="2020-10-31T05:24:04.181" v="123" actId="1076"/>
          <ac:spMkLst>
            <pc:docMk/>
            <pc:sldMk cId="0" sldId="265"/>
            <ac:spMk id="28" creationId="{00000000-0000-0000-0000-000000000000}"/>
          </ac:spMkLst>
        </pc:spChg>
      </pc:sldChg>
      <pc:sldChg chg="addSp delSp modSp delAnim modNotesTx">
        <pc:chgData name="duansunshine" userId="6354e190-1780-428f-92cf-fd521658376f" providerId="ADAL" clId="{472F9B50-C93A-4BE7-B926-2C330EF6A4CE}" dt="2020-10-31T11:33:00.167" v="3360" actId="14100"/>
        <pc:sldMkLst>
          <pc:docMk/>
          <pc:sldMk cId="0" sldId="267"/>
        </pc:sldMkLst>
        <pc:spChg chg="mod">
          <ac:chgData name="duansunshine" userId="6354e190-1780-428f-92cf-fd521658376f" providerId="ADAL" clId="{472F9B50-C93A-4BE7-B926-2C330EF6A4CE}" dt="2020-10-31T07:25:54.687" v="957"/>
          <ac:spMkLst>
            <pc:docMk/>
            <pc:sldMk cId="0" sldId="267"/>
            <ac:spMk id="3" creationId="{1E04DDDE-4FD2-495C-BD86-7D652DF9AADC}"/>
          </ac:spMkLst>
        </pc:spChg>
        <pc:spChg chg="del mod">
          <ac:chgData name="duansunshine" userId="6354e190-1780-428f-92cf-fd521658376f" providerId="ADAL" clId="{472F9B50-C93A-4BE7-B926-2C330EF6A4CE}" dt="2020-10-31T11:30:57.692" v="3336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30:53.567" v="3334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30:12.335" v="3328" actId="478"/>
          <ac:spMkLst>
            <pc:docMk/>
            <pc:sldMk cId="0" sldId="267"/>
            <ac:spMk id="21" creationId="{E62B5415-671F-4A92-9B0F-F853E8899F9D}"/>
          </ac:spMkLst>
        </pc:spChg>
        <pc:picChg chg="add mod ord modCrop">
          <ac:chgData name="duansunshine" userId="6354e190-1780-428f-92cf-fd521658376f" providerId="ADAL" clId="{472F9B50-C93A-4BE7-B926-2C330EF6A4CE}" dt="2020-10-31T11:33:00.167" v="3360" actId="14100"/>
          <ac:picMkLst>
            <pc:docMk/>
            <pc:sldMk cId="0" sldId="267"/>
            <ac:picMk id="2" creationId="{8F461137-2167-4E7D-90DF-66A96596713F}"/>
          </ac:picMkLst>
        </pc:picChg>
        <pc:picChg chg="add del mod">
          <ac:chgData name="duansunshine" userId="6354e190-1780-428f-92cf-fd521658376f" providerId="ADAL" clId="{472F9B50-C93A-4BE7-B926-2C330EF6A4CE}" dt="2020-10-31T11:31:17.400" v="3340" actId="478"/>
          <ac:picMkLst>
            <pc:docMk/>
            <pc:sldMk cId="0" sldId="267"/>
            <ac:picMk id="4" creationId="{8FF79B5D-6DF2-4FFB-8A03-2749E4F4D4E8}"/>
          </ac:picMkLst>
        </pc:picChg>
        <pc:picChg chg="add mod">
          <ac:chgData name="duansunshine" userId="6354e190-1780-428f-92cf-fd521658376f" providerId="ADAL" clId="{472F9B50-C93A-4BE7-B926-2C330EF6A4CE}" dt="2020-10-31T11:31:34.094" v="3344" actId="1076"/>
          <ac:picMkLst>
            <pc:docMk/>
            <pc:sldMk cId="0" sldId="267"/>
            <ac:picMk id="5" creationId="{981B2BEB-C92C-46D9-A022-C564028FCCCE}"/>
          </ac:picMkLst>
        </pc:picChg>
        <pc:picChg chg="del">
          <ac:chgData name="duansunshine" userId="6354e190-1780-428f-92cf-fd521658376f" providerId="ADAL" clId="{472F9B50-C93A-4BE7-B926-2C330EF6A4CE}" dt="2020-10-31T11:30:09.014" v="3326" actId="478"/>
          <ac:picMkLst>
            <pc:docMk/>
            <pc:sldMk cId="0" sldId="267"/>
            <ac:picMk id="6" creationId="{888AAC3F-0011-4174-AFCA-DB53596D822F}"/>
          </ac:picMkLst>
        </pc:picChg>
        <pc:picChg chg="add mod">
          <ac:chgData name="duansunshine" userId="6354e190-1780-428f-92cf-fd521658376f" providerId="ADAL" clId="{472F9B50-C93A-4BE7-B926-2C330EF6A4CE}" dt="2020-10-31T11:32:03.902" v="3350" actId="1076"/>
          <ac:picMkLst>
            <pc:docMk/>
            <pc:sldMk cId="0" sldId="267"/>
            <ac:picMk id="7" creationId="{7DDFD590-88D7-453F-9D21-9EA04210E9A2}"/>
          </ac:picMkLst>
        </pc:picChg>
        <pc:picChg chg="del">
          <ac:chgData name="duansunshine" userId="6354e190-1780-428f-92cf-fd521658376f" providerId="ADAL" clId="{472F9B50-C93A-4BE7-B926-2C330EF6A4CE}" dt="2020-10-31T11:30:11.119" v="3327" actId="478"/>
          <ac:picMkLst>
            <pc:docMk/>
            <pc:sldMk cId="0" sldId="267"/>
            <ac:picMk id="8" creationId="{6EAFDBE1-3661-4CF7-B3D2-58877B557882}"/>
          </ac:picMkLst>
        </pc:picChg>
        <pc:picChg chg="add mod">
          <ac:chgData name="duansunshine" userId="6354e190-1780-428f-92cf-fd521658376f" providerId="ADAL" clId="{472F9B50-C93A-4BE7-B926-2C330EF6A4CE}" dt="2020-10-31T11:32:33.230" v="3353" actId="1076"/>
          <ac:picMkLst>
            <pc:docMk/>
            <pc:sldMk cId="0" sldId="267"/>
            <ac:picMk id="13" creationId="{D33F067A-C6A6-47DF-9EF1-B997F8285CF0}"/>
          </ac:picMkLst>
        </pc:picChg>
        <pc:cxnChg chg="del">
          <ac:chgData name="duansunshine" userId="6354e190-1780-428f-92cf-fd521658376f" providerId="ADAL" clId="{472F9B50-C93A-4BE7-B926-2C330EF6A4CE}" dt="2020-10-31T11:30:53.567" v="3334" actId="478"/>
          <ac:cxnSpMkLst>
            <pc:docMk/>
            <pc:sldMk cId="0" sldId="267"/>
            <ac:cxnSpMk id="11" creationId="{00000000-0000-0000-0000-000000000000}"/>
          </ac:cxnSpMkLst>
        </pc:cxnChg>
        <pc:cxnChg chg="del">
          <ac:chgData name="duansunshine" userId="6354e190-1780-428f-92cf-fd521658376f" providerId="ADAL" clId="{472F9B50-C93A-4BE7-B926-2C330EF6A4CE}" dt="2020-10-31T11:30:53.567" v="3334" actId="478"/>
          <ac:cxnSpMkLst>
            <pc:docMk/>
            <pc:sldMk cId="0" sldId="267"/>
            <ac:cxnSpMk id="12" creationId="{00000000-0000-0000-0000-000000000000}"/>
          </ac:cxnSpMkLst>
        </pc:cxnChg>
        <pc:cxnChg chg="del">
          <ac:chgData name="duansunshine" userId="6354e190-1780-428f-92cf-fd521658376f" providerId="ADAL" clId="{472F9B50-C93A-4BE7-B926-2C330EF6A4CE}" dt="2020-10-31T11:30:12.549" v="3329" actId="478"/>
          <ac:cxnSpMkLst>
            <pc:docMk/>
            <pc:sldMk cId="0" sldId="267"/>
            <ac:cxnSpMk id="23" creationId="{756F9417-F436-4CCF-8E1A-3A4B1BE5B22E}"/>
          </ac:cxnSpMkLst>
        </pc:cxnChg>
        <pc:cxnChg chg="del">
          <ac:chgData name="duansunshine" userId="6354e190-1780-428f-92cf-fd521658376f" providerId="ADAL" clId="{472F9B50-C93A-4BE7-B926-2C330EF6A4CE}" dt="2020-10-31T11:30:13.784" v="3330" actId="478"/>
          <ac:cxnSpMkLst>
            <pc:docMk/>
            <pc:sldMk cId="0" sldId="267"/>
            <ac:cxnSpMk id="25" creationId="{0ACD7E29-9DF7-47E6-BE03-4C44D596EA0C}"/>
          </ac:cxnSpMkLst>
        </pc:cxnChg>
      </pc:sldChg>
      <pc:sldChg chg="addSp delSp modSp add addAnim delAnim modAnim">
        <pc:chgData name="duansunshine" userId="6354e190-1780-428f-92cf-fd521658376f" providerId="ADAL" clId="{472F9B50-C93A-4BE7-B926-2C330EF6A4CE}" dt="2020-10-31T14:59:01.438" v="4467"/>
        <pc:sldMkLst>
          <pc:docMk/>
          <pc:sldMk cId="0" sldId="277"/>
        </pc:sldMkLst>
        <pc:spChg chg="add del">
          <ac:chgData name="duansunshine" userId="6354e190-1780-428f-92cf-fd521658376f" providerId="ADAL" clId="{472F9B50-C93A-4BE7-B926-2C330EF6A4CE}" dt="2020-10-31T14:50:15.220" v="4080"/>
          <ac:spMkLst>
            <pc:docMk/>
            <pc:sldMk cId="0" sldId="277"/>
            <ac:spMk id="2" creationId="{21849579-A8FD-49B1-9344-110B7442D0E7}"/>
          </ac:spMkLst>
        </pc:spChg>
        <pc:spChg chg="add del">
          <ac:chgData name="duansunshine" userId="6354e190-1780-428f-92cf-fd521658376f" providerId="ADAL" clId="{472F9B50-C93A-4BE7-B926-2C330EF6A4CE}" dt="2020-10-31T05:45:52.577" v="703"/>
          <ac:spMkLst>
            <pc:docMk/>
            <pc:sldMk cId="0" sldId="277"/>
            <ac:spMk id="22" creationId="{00000000-0000-0000-0000-000000000000}"/>
          </ac:spMkLst>
        </pc:spChg>
        <pc:spChg chg="del mod">
          <ac:chgData name="duansunshine" userId="6354e190-1780-428f-92cf-fd521658376f" providerId="ADAL" clId="{472F9B50-C93A-4BE7-B926-2C330EF6A4CE}" dt="2020-10-31T05:45:52.577" v="703"/>
          <ac:spMkLst>
            <pc:docMk/>
            <pc:sldMk cId="0" sldId="277"/>
            <ac:spMk id="23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2:56.294" v="3893" actId="207"/>
          <ac:spMkLst>
            <pc:docMk/>
            <pc:sldMk cId="0" sldId="277"/>
            <ac:spMk id="28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3:00.526" v="3894" actId="207"/>
          <ac:spMkLst>
            <pc:docMk/>
            <pc:sldMk cId="0" sldId="277"/>
            <ac:spMk id="29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3:37.150" v="3899" actId="207"/>
          <ac:spMkLst>
            <pc:docMk/>
            <pc:sldMk cId="0" sldId="277"/>
            <ac:spMk id="30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2:47.990" v="3892" actId="478"/>
          <ac:spMkLst>
            <pc:docMk/>
            <pc:sldMk cId="0" sldId="277"/>
            <ac:spMk id="31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2:47.990" v="3892" actId="478"/>
          <ac:spMkLst>
            <pc:docMk/>
            <pc:sldMk cId="0" sldId="277"/>
            <ac:spMk id="32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2:47.990" v="3892" actId="478"/>
          <ac:spMkLst>
            <pc:docMk/>
            <pc:sldMk cId="0" sldId="277"/>
            <ac:spMk id="33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2:47.990" v="3892" actId="478"/>
          <ac:spMkLst>
            <pc:docMk/>
            <pc:sldMk cId="0" sldId="277"/>
            <ac:spMk id="34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2:47.990" v="3892" actId="478"/>
          <ac:spMkLst>
            <pc:docMk/>
            <pc:sldMk cId="0" sldId="277"/>
            <ac:spMk id="35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14:45:17.750" v="3908" actId="20577"/>
          <ac:spMkLst>
            <pc:docMk/>
            <pc:sldMk cId="0" sldId="277"/>
            <ac:spMk id="37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14:47:58.349" v="4039" actId="20577"/>
          <ac:spMkLst>
            <pc:docMk/>
            <pc:sldMk cId="0" sldId="277"/>
            <ac:spMk id="38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14:45:19.795" v="3909" actId="20577"/>
          <ac:spMkLst>
            <pc:docMk/>
            <pc:sldMk cId="0" sldId="277"/>
            <ac:spMk id="40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14:59:01.438" v="4467"/>
          <ac:spMkLst>
            <pc:docMk/>
            <pc:sldMk cId="0" sldId="277"/>
            <ac:spMk id="41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3:04.233" v="3895" actId="478"/>
          <ac:spMkLst>
            <pc:docMk/>
            <pc:sldMk cId="0" sldId="277"/>
            <ac:spMk id="43" creationId="{BD94ECEC-D7E4-4D32-A629-3C64C1AD9B39}"/>
          </ac:spMkLst>
        </pc:spChg>
        <pc:spChg chg="add">
          <ac:chgData name="duansunshine" userId="6354e190-1780-428f-92cf-fd521658376f" providerId="ADAL" clId="{472F9B50-C93A-4BE7-B926-2C330EF6A4CE}" dt="2020-10-31T05:45:22.192" v="700"/>
          <ac:spMkLst>
            <pc:docMk/>
            <pc:sldMk cId="0" sldId="277"/>
            <ac:spMk id="47" creationId="{3141020B-F48D-47F6-8106-1D16570E813E}"/>
          </ac:spMkLst>
        </pc:spChg>
        <pc:spChg chg="add">
          <ac:chgData name="duansunshine" userId="6354e190-1780-428f-92cf-fd521658376f" providerId="ADAL" clId="{472F9B50-C93A-4BE7-B926-2C330EF6A4CE}" dt="2020-10-31T05:45:22.192" v="700"/>
          <ac:spMkLst>
            <pc:docMk/>
            <pc:sldMk cId="0" sldId="277"/>
            <ac:spMk id="48" creationId="{1BF091BB-A2E9-4AF7-BAB2-B72EA98F0727}"/>
          </ac:spMkLst>
        </pc:spChg>
        <pc:spChg chg="mod">
          <ac:chgData name="duansunshine" userId="6354e190-1780-428f-92cf-fd521658376f" providerId="ADAL" clId="{472F9B50-C93A-4BE7-B926-2C330EF6A4CE}" dt="2020-10-31T14:49:07.861" v="4065" actId="120"/>
          <ac:spMkLst>
            <pc:docMk/>
            <pc:sldMk cId="0" sldId="277"/>
            <ac:spMk id="50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14:49:35.990" v="4077" actId="20577"/>
          <ac:spMkLst>
            <pc:docMk/>
            <pc:sldMk cId="0" sldId="277"/>
            <ac:spMk id="51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14:51:17.673" v="4174" actId="120"/>
          <ac:spMkLst>
            <pc:docMk/>
            <pc:sldMk cId="0" sldId="277"/>
            <ac:spMk id="53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14:55:04.522" v="4198" actId="20577"/>
          <ac:spMkLst>
            <pc:docMk/>
            <pc:sldMk cId="0" sldId="277"/>
            <ac:spMk id="54" creationId="{00000000-0000-0000-0000-000000000000}"/>
          </ac:spMkLst>
        </pc:spChg>
        <pc:spChg chg="add del mod">
          <ac:chgData name="duansunshine" userId="6354e190-1780-428f-92cf-fd521658376f" providerId="ADAL" clId="{472F9B50-C93A-4BE7-B926-2C330EF6A4CE}" dt="2020-10-31T14:43:04.233" v="3895" actId="478"/>
          <ac:spMkLst>
            <pc:docMk/>
            <pc:sldMk cId="0" sldId="277"/>
            <ac:spMk id="55" creationId="{49E29F01-D95F-4C11-8B79-1D0A88D35755}"/>
          </ac:spMkLst>
        </pc:spChg>
        <pc:spChg chg="add del mod">
          <ac:chgData name="duansunshine" userId="6354e190-1780-428f-92cf-fd521658376f" providerId="ADAL" clId="{472F9B50-C93A-4BE7-B926-2C330EF6A4CE}" dt="2020-10-31T14:43:04.233" v="3895" actId="478"/>
          <ac:spMkLst>
            <pc:docMk/>
            <pc:sldMk cId="0" sldId="277"/>
            <ac:spMk id="56" creationId="{3AE1BCA1-F0DC-4DA9-BEAE-61CB8A67ACA8}"/>
          </ac:spMkLst>
        </pc:spChg>
        <pc:spChg chg="add del mod">
          <ac:chgData name="duansunshine" userId="6354e190-1780-428f-92cf-fd521658376f" providerId="ADAL" clId="{472F9B50-C93A-4BE7-B926-2C330EF6A4CE}" dt="2020-10-31T14:43:04.233" v="3895" actId="478"/>
          <ac:spMkLst>
            <pc:docMk/>
            <pc:sldMk cId="0" sldId="277"/>
            <ac:spMk id="57" creationId="{364B947C-645F-4CA1-B9BB-A4E8B5B29B9B}"/>
          </ac:spMkLst>
        </pc:spChg>
        <pc:spChg chg="add del mod">
          <ac:chgData name="duansunshine" userId="6354e190-1780-428f-92cf-fd521658376f" providerId="ADAL" clId="{472F9B50-C93A-4BE7-B926-2C330EF6A4CE}" dt="2020-10-31T14:43:04.233" v="3895" actId="478"/>
          <ac:spMkLst>
            <pc:docMk/>
            <pc:sldMk cId="0" sldId="277"/>
            <ac:spMk id="58" creationId="{101DA862-2C95-4D39-A639-4EC16F25A384}"/>
          </ac:spMkLst>
        </pc:spChg>
        <pc:spChg chg="add del mod">
          <ac:chgData name="duansunshine" userId="6354e190-1780-428f-92cf-fd521658376f" providerId="ADAL" clId="{472F9B50-C93A-4BE7-B926-2C330EF6A4CE}" dt="2020-10-31T14:43:04.233" v="3895" actId="478"/>
          <ac:spMkLst>
            <pc:docMk/>
            <pc:sldMk cId="0" sldId="277"/>
            <ac:spMk id="59" creationId="{1DDF5790-6423-4500-9A4E-2AD60BAEA7B9}"/>
          </ac:spMkLst>
        </pc:spChg>
        <pc:spChg chg="add del mod">
          <ac:chgData name="duansunshine" userId="6354e190-1780-428f-92cf-fd521658376f" providerId="ADAL" clId="{472F9B50-C93A-4BE7-B926-2C330EF6A4CE}" dt="2020-10-31T14:43:04.233" v="3895" actId="478"/>
          <ac:spMkLst>
            <pc:docMk/>
            <pc:sldMk cId="0" sldId="277"/>
            <ac:spMk id="60" creationId="{6848B33D-E88D-499A-9B7F-CF653E60899B}"/>
          </ac:spMkLst>
        </pc:spChg>
        <pc:spChg chg="add del mod">
          <ac:chgData name="duansunshine" userId="6354e190-1780-428f-92cf-fd521658376f" providerId="ADAL" clId="{472F9B50-C93A-4BE7-B926-2C330EF6A4CE}" dt="2020-10-31T14:43:04.233" v="3895" actId="478"/>
          <ac:spMkLst>
            <pc:docMk/>
            <pc:sldMk cId="0" sldId="277"/>
            <ac:spMk id="61" creationId="{C59CFEA2-72D4-44A3-B394-6AD3D3B529FC}"/>
          </ac:spMkLst>
        </pc:spChg>
        <pc:grpChg chg="mod">
          <ac:chgData name="duansunshine" userId="6354e190-1780-428f-92cf-fd521658376f" providerId="ADAL" clId="{472F9B50-C93A-4BE7-B926-2C330EF6A4CE}" dt="2020-10-31T14:47:40.015" v="3992" actId="14100"/>
          <ac:grpSpMkLst>
            <pc:docMk/>
            <pc:sldMk cId="0" sldId="277"/>
            <ac:grpSpMk id="36" creationId="{00000000-0000-0000-0000-000000000000}"/>
          </ac:grpSpMkLst>
        </pc:grpChg>
        <pc:grpChg chg="mod">
          <ac:chgData name="duansunshine" userId="6354e190-1780-428f-92cf-fd521658376f" providerId="ADAL" clId="{472F9B50-C93A-4BE7-B926-2C330EF6A4CE}" dt="2020-10-31T14:59:01.438" v="4467"/>
          <ac:grpSpMkLst>
            <pc:docMk/>
            <pc:sldMk cId="0" sldId="277"/>
            <ac:grpSpMk id="39" creationId="{00000000-0000-0000-0000-000000000000}"/>
          </ac:grpSpMkLst>
        </pc:grpChg>
        <pc:grpChg chg="mod">
          <ac:chgData name="duansunshine" userId="6354e190-1780-428f-92cf-fd521658376f" providerId="ADAL" clId="{472F9B50-C93A-4BE7-B926-2C330EF6A4CE}" dt="2020-10-31T14:49:06.013" v="4064" actId="1076"/>
          <ac:grpSpMkLst>
            <pc:docMk/>
            <pc:sldMk cId="0" sldId="277"/>
            <ac:grpSpMk id="49" creationId="{00000000-0000-0000-0000-000000000000}"/>
          </ac:grpSpMkLst>
        </pc:grpChg>
        <pc:grpChg chg="mod">
          <ac:chgData name="duansunshine" userId="6354e190-1780-428f-92cf-fd521658376f" providerId="ADAL" clId="{472F9B50-C93A-4BE7-B926-2C330EF6A4CE}" dt="2020-10-31T14:51:25.077" v="4176" actId="14100"/>
          <ac:grpSpMkLst>
            <pc:docMk/>
            <pc:sldMk cId="0" sldId="277"/>
            <ac:grpSpMk id="52" creationId="{00000000-0000-0000-0000-000000000000}"/>
          </ac:grpSpMkLst>
        </pc:grpChg>
        <pc:picChg chg="del">
          <ac:chgData name="duansunshine" userId="6354e190-1780-428f-92cf-fd521658376f" providerId="ADAL" clId="{472F9B50-C93A-4BE7-B926-2C330EF6A4CE}" dt="2020-10-31T05:34:33.862" v="315" actId="478"/>
          <ac:picMkLst>
            <pc:docMk/>
            <pc:sldMk cId="0" sldId="277"/>
            <ac:picMk id="79" creationId="{00000000-0000-0000-0000-000000000000}"/>
          </ac:picMkLst>
        </pc:picChg>
        <pc:picChg chg="del">
          <ac:chgData name="duansunshine" userId="6354e190-1780-428f-92cf-fd521658376f" providerId="ADAL" clId="{472F9B50-C93A-4BE7-B926-2C330EF6A4CE}" dt="2020-10-31T05:34:35.605" v="316" actId="478"/>
          <ac:picMkLst>
            <pc:docMk/>
            <pc:sldMk cId="0" sldId="277"/>
            <ac:picMk id="1026" creationId="{00000000-0000-0000-0000-000000000000}"/>
          </ac:picMkLst>
        </pc:picChg>
        <pc:cxnChg chg="add del">
          <ac:chgData name="duansunshine" userId="6354e190-1780-428f-92cf-fd521658376f" providerId="ADAL" clId="{472F9B50-C93A-4BE7-B926-2C330EF6A4CE}" dt="2020-10-31T05:46:17.286" v="705" actId="478"/>
          <ac:cxnSpMkLst>
            <pc:docMk/>
            <pc:sldMk cId="0" sldId="277"/>
            <ac:cxnSpMk id="26" creationId="{0985924D-55F7-4D3E-91BB-6C9AF4EC1380}"/>
          </ac:cxnSpMkLst>
        </pc:cxnChg>
        <pc:cxnChg chg="add del">
          <ac:chgData name="duansunshine" userId="6354e190-1780-428f-92cf-fd521658376f" providerId="ADAL" clId="{472F9B50-C93A-4BE7-B926-2C330EF6A4CE}" dt="2020-10-31T05:46:18.663" v="706" actId="478"/>
          <ac:cxnSpMkLst>
            <pc:docMk/>
            <pc:sldMk cId="0" sldId="277"/>
            <ac:cxnSpMk id="27" creationId="{D946DB7B-924E-4D4F-B68A-DC4F751CFADE}"/>
          </ac:cxnSpMkLst>
        </pc:cxnChg>
        <pc:cxnChg chg="add mod">
          <ac:chgData name="duansunshine" userId="6354e190-1780-428f-92cf-fd521658376f" providerId="ADAL" clId="{472F9B50-C93A-4BE7-B926-2C330EF6A4CE}" dt="2020-10-31T14:56:55.037" v="4256" actId="1076"/>
          <ac:cxnSpMkLst>
            <pc:docMk/>
            <pc:sldMk cId="0" sldId="277"/>
            <ac:cxnSpMk id="42" creationId="{485FEABE-9E8C-48A4-B54F-53351F412548}"/>
          </ac:cxnSpMkLst>
        </pc:cxnChg>
        <pc:cxnChg chg="add del mod">
          <ac:chgData name="duansunshine" userId="6354e190-1780-428f-92cf-fd521658376f" providerId="ADAL" clId="{472F9B50-C93A-4BE7-B926-2C330EF6A4CE}" dt="2020-10-31T05:42:16.826" v="680" actId="478"/>
          <ac:cxnSpMkLst>
            <pc:docMk/>
            <pc:sldMk cId="0" sldId="277"/>
            <ac:cxnSpMk id="43" creationId="{8D5EC497-5D70-4EF5-A988-1D5C72FBAB16}"/>
          </ac:cxnSpMkLst>
        </pc:cxnChg>
        <pc:cxnChg chg="add mod">
          <ac:chgData name="duansunshine" userId="6354e190-1780-428f-92cf-fd521658376f" providerId="ADAL" clId="{472F9B50-C93A-4BE7-B926-2C330EF6A4CE}" dt="2020-10-31T14:56:49.764" v="4255" actId="1076"/>
          <ac:cxnSpMkLst>
            <pc:docMk/>
            <pc:sldMk cId="0" sldId="277"/>
            <ac:cxnSpMk id="44" creationId="{076E26F4-B5AD-422A-82AB-87D372514AA8}"/>
          </ac:cxnSpMkLst>
        </pc:cxnChg>
        <pc:cxnChg chg="add">
          <ac:chgData name="duansunshine" userId="6354e190-1780-428f-92cf-fd521658376f" providerId="ADAL" clId="{472F9B50-C93A-4BE7-B926-2C330EF6A4CE}" dt="2020-10-31T05:45:22.192" v="700"/>
          <ac:cxnSpMkLst>
            <pc:docMk/>
            <pc:sldMk cId="0" sldId="277"/>
            <ac:cxnSpMk id="45" creationId="{DF70E49D-D445-49B4-8466-1C6DF21C1564}"/>
          </ac:cxnSpMkLst>
        </pc:cxnChg>
        <pc:cxnChg chg="add">
          <ac:chgData name="duansunshine" userId="6354e190-1780-428f-92cf-fd521658376f" providerId="ADAL" clId="{472F9B50-C93A-4BE7-B926-2C330EF6A4CE}" dt="2020-10-31T05:45:22.192" v="700"/>
          <ac:cxnSpMkLst>
            <pc:docMk/>
            <pc:sldMk cId="0" sldId="277"/>
            <ac:cxnSpMk id="46" creationId="{1E5A13D1-2A19-43F4-A379-7FCA82D02515}"/>
          </ac:cxnSpMkLst>
        </pc:cxnChg>
      </pc:sldChg>
      <pc:sldChg chg="addSp delSp modSp delAnim modNotesTx">
        <pc:chgData name="duansunshine" userId="6354e190-1780-428f-92cf-fd521658376f" providerId="ADAL" clId="{472F9B50-C93A-4BE7-B926-2C330EF6A4CE}" dt="2020-10-31T14:53:22.557" v="4191" actId="1076"/>
        <pc:sldMkLst>
          <pc:docMk/>
          <pc:sldMk cId="0" sldId="3642"/>
        </pc:sldMkLst>
        <pc:spChg chg="mod">
          <ac:chgData name="duansunshine" userId="6354e190-1780-428f-92cf-fd521658376f" providerId="ADAL" clId="{472F9B50-C93A-4BE7-B926-2C330EF6A4CE}" dt="2020-10-31T12:52:47.028" v="3890"/>
          <ac:spMkLst>
            <pc:docMk/>
            <pc:sldMk cId="0" sldId="3642"/>
            <ac:spMk id="39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4:53:00.045" v="4188" actId="478"/>
          <ac:spMkLst>
            <pc:docMk/>
            <pc:sldMk cId="0" sldId="3642"/>
            <ac:spMk id="58" creationId="{A1F81D80-B9A6-4E4E-93AC-82D227A59D88}"/>
          </ac:spMkLst>
        </pc:spChg>
        <pc:spChg chg="del">
          <ac:chgData name="duansunshine" userId="6354e190-1780-428f-92cf-fd521658376f" providerId="ADAL" clId="{472F9B50-C93A-4BE7-B926-2C330EF6A4CE}" dt="2020-10-31T14:52:57.796" v="4186" actId="478"/>
          <ac:spMkLst>
            <pc:docMk/>
            <pc:sldMk cId="0" sldId="3642"/>
            <ac:spMk id="67" creationId="{6593926D-2F4E-429D-B06D-4C6C06696A67}"/>
          </ac:spMkLst>
        </pc:spChg>
        <pc:spChg chg="del">
          <ac:chgData name="duansunshine" userId="6354e190-1780-428f-92cf-fd521658376f" providerId="ADAL" clId="{472F9B50-C93A-4BE7-B926-2C330EF6A4CE}" dt="2020-10-31T14:52:53.565" v="4183" actId="478"/>
          <ac:spMkLst>
            <pc:docMk/>
            <pc:sldMk cId="0" sldId="3642"/>
            <ac:spMk id="69" creationId="{5DC5DA58-F02E-4D85-9E00-3E1F967756F6}"/>
          </ac:spMkLst>
        </pc:spChg>
        <pc:spChg chg="del mod">
          <ac:chgData name="duansunshine" userId="6354e190-1780-428f-92cf-fd521658376f" providerId="ADAL" clId="{472F9B50-C93A-4BE7-B926-2C330EF6A4CE}" dt="2020-10-31T14:52:53.565" v="4183" actId="478"/>
          <ac:spMkLst>
            <pc:docMk/>
            <pc:sldMk cId="0" sldId="3642"/>
            <ac:spMk id="71" creationId="{BC429160-32FA-4F1E-91E9-344BE8EFDD26}"/>
          </ac:spMkLst>
        </pc:spChg>
        <pc:picChg chg="add mod">
          <ac:chgData name="duansunshine" userId="6354e190-1780-428f-92cf-fd521658376f" providerId="ADAL" clId="{472F9B50-C93A-4BE7-B926-2C330EF6A4CE}" dt="2020-10-31T14:53:22.557" v="4191" actId="1076"/>
          <ac:picMkLst>
            <pc:docMk/>
            <pc:sldMk cId="0" sldId="3642"/>
            <ac:picMk id="2" creationId="{48DE885D-AC76-4EB8-BC4C-EF439F0D7C87}"/>
          </ac:picMkLst>
        </pc:picChg>
        <pc:picChg chg="del mod">
          <ac:chgData name="duansunshine" userId="6354e190-1780-428f-92cf-fd521658376f" providerId="ADAL" clId="{472F9B50-C93A-4BE7-B926-2C330EF6A4CE}" dt="2020-10-31T14:52:55.362" v="4185" actId="478"/>
          <ac:picMkLst>
            <pc:docMk/>
            <pc:sldMk cId="0" sldId="3642"/>
            <ac:picMk id="4" creationId="{8C72838F-64C5-4D2B-955A-8B3EA3FFB911}"/>
          </ac:picMkLst>
        </pc:picChg>
        <pc:picChg chg="del">
          <ac:chgData name="duansunshine" userId="6354e190-1780-428f-92cf-fd521658376f" providerId="ADAL" clId="{472F9B50-C93A-4BE7-B926-2C330EF6A4CE}" dt="2020-10-31T14:53:00.045" v="4188" actId="478"/>
          <ac:picMkLst>
            <pc:docMk/>
            <pc:sldMk cId="0" sldId="3642"/>
            <ac:picMk id="9" creationId="{2D76DC9E-534F-40AC-91B4-4174C1E2058B}"/>
          </ac:picMkLst>
        </pc:picChg>
        <pc:picChg chg="del">
          <ac:chgData name="duansunshine" userId="6354e190-1780-428f-92cf-fd521658376f" providerId="ADAL" clId="{472F9B50-C93A-4BE7-B926-2C330EF6A4CE}" dt="2020-10-31T14:52:53.565" v="4183" actId="478"/>
          <ac:picMkLst>
            <pc:docMk/>
            <pc:sldMk cId="0" sldId="3642"/>
            <ac:picMk id="14" creationId="{C7316773-7B54-46F7-8322-6B97953688E9}"/>
          </ac:picMkLst>
        </pc:picChg>
        <pc:picChg chg="del">
          <ac:chgData name="duansunshine" userId="6354e190-1780-428f-92cf-fd521658376f" providerId="ADAL" clId="{472F9B50-C93A-4BE7-B926-2C330EF6A4CE}" dt="2020-10-31T14:52:57.796" v="4186" actId="478"/>
          <ac:picMkLst>
            <pc:docMk/>
            <pc:sldMk cId="0" sldId="3642"/>
            <ac:picMk id="17" creationId="{8B42BE78-5DDA-463E-9BBB-BBC23A8BF7A0}"/>
          </ac:picMkLst>
        </pc:picChg>
        <pc:picChg chg="del">
          <ac:chgData name="duansunshine" userId="6354e190-1780-428f-92cf-fd521658376f" providerId="ADAL" clId="{472F9B50-C93A-4BE7-B926-2C330EF6A4CE}" dt="2020-10-31T14:52:57.796" v="4186" actId="478"/>
          <ac:picMkLst>
            <pc:docMk/>
            <pc:sldMk cId="0" sldId="3642"/>
            <ac:picMk id="21" creationId="{E3D2D15E-9EE7-4F1A-ADE3-F32649CECB32}"/>
          </ac:picMkLst>
        </pc:picChg>
        <pc:picChg chg="del">
          <ac:chgData name="duansunshine" userId="6354e190-1780-428f-92cf-fd521658376f" providerId="ADAL" clId="{472F9B50-C93A-4BE7-B926-2C330EF6A4CE}" dt="2020-10-31T14:52:57.796" v="4186" actId="478"/>
          <ac:picMkLst>
            <pc:docMk/>
            <pc:sldMk cId="0" sldId="3642"/>
            <ac:picMk id="23" creationId="{823375BA-5764-4C9A-9126-9FF024B6792D}"/>
          </ac:picMkLst>
        </pc:picChg>
        <pc:picChg chg="del">
          <ac:chgData name="duansunshine" userId="6354e190-1780-428f-92cf-fd521658376f" providerId="ADAL" clId="{472F9B50-C93A-4BE7-B926-2C330EF6A4CE}" dt="2020-10-31T14:53:00.045" v="4188" actId="478"/>
          <ac:picMkLst>
            <pc:docMk/>
            <pc:sldMk cId="0" sldId="3642"/>
            <ac:picMk id="29" creationId="{3E2AF943-4EAA-4418-B43F-AE7F16588699}"/>
          </ac:picMkLst>
        </pc:picChg>
        <pc:picChg chg="del">
          <ac:chgData name="duansunshine" userId="6354e190-1780-428f-92cf-fd521658376f" providerId="ADAL" clId="{472F9B50-C93A-4BE7-B926-2C330EF6A4CE}" dt="2020-10-31T14:52:57.796" v="4186" actId="478"/>
          <ac:picMkLst>
            <pc:docMk/>
            <pc:sldMk cId="0" sldId="3642"/>
            <ac:picMk id="31" creationId="{C4F757A6-39F1-4872-A1B9-64E6F6895387}"/>
          </ac:picMkLst>
        </pc:picChg>
        <pc:picChg chg="del">
          <ac:chgData name="duansunshine" userId="6354e190-1780-428f-92cf-fd521658376f" providerId="ADAL" clId="{472F9B50-C93A-4BE7-B926-2C330EF6A4CE}" dt="2020-10-31T14:52:53.565" v="4183" actId="478"/>
          <ac:picMkLst>
            <pc:docMk/>
            <pc:sldMk cId="0" sldId="3642"/>
            <ac:picMk id="35" creationId="{B5F077AE-384A-4FD5-ACE2-02E8EEEE0B2F}"/>
          </ac:picMkLst>
        </pc:picChg>
        <pc:picChg chg="del">
          <ac:chgData name="duansunshine" userId="6354e190-1780-428f-92cf-fd521658376f" providerId="ADAL" clId="{472F9B50-C93A-4BE7-B926-2C330EF6A4CE}" dt="2020-10-31T14:52:53.565" v="4183" actId="478"/>
          <ac:picMkLst>
            <pc:docMk/>
            <pc:sldMk cId="0" sldId="3642"/>
            <ac:picMk id="57" creationId="{E3EAA215-D386-4F75-9400-272C889C0491}"/>
          </ac:picMkLst>
        </pc:picChg>
        <pc:cxnChg chg="del">
          <ac:chgData name="duansunshine" userId="6354e190-1780-428f-92cf-fd521658376f" providerId="ADAL" clId="{472F9B50-C93A-4BE7-B926-2C330EF6A4CE}" dt="2020-10-31T14:52:58.533" v="4187" actId="478"/>
          <ac:cxnSpMkLst>
            <pc:docMk/>
            <pc:sldMk cId="0" sldId="3642"/>
            <ac:cxnSpMk id="12" creationId="{27E3A597-4244-4A75-BA59-F9BCA84BF189}"/>
          </ac:cxnSpMkLst>
        </pc:cxnChg>
      </pc:sldChg>
      <pc:sldChg chg="addSp delSp modSp modNotesTx">
        <pc:chgData name="duansunshine" userId="6354e190-1780-428f-92cf-fd521658376f" providerId="ADAL" clId="{472F9B50-C93A-4BE7-B926-2C330EF6A4CE}" dt="2020-10-31T11:29:54.078" v="3325" actId="931"/>
        <pc:sldMkLst>
          <pc:docMk/>
          <pc:sldMk cId="0" sldId="3644"/>
        </pc:sldMkLst>
        <pc:spChg chg="del">
          <ac:chgData name="duansunshine" userId="6354e190-1780-428f-92cf-fd521658376f" providerId="ADAL" clId="{472F9B50-C93A-4BE7-B926-2C330EF6A4CE}" dt="2020-10-31T11:19:00.677" v="3177" actId="478"/>
          <ac:spMkLst>
            <pc:docMk/>
            <pc:sldMk cId="0" sldId="3644"/>
            <ac:spMk id="4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9:00.677" v="3177" actId="478"/>
          <ac:spMkLst>
            <pc:docMk/>
            <pc:sldMk cId="0" sldId="3644"/>
            <ac:spMk id="5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8:58.039" v="3176" actId="478"/>
          <ac:spMkLst>
            <pc:docMk/>
            <pc:sldMk cId="0" sldId="3644"/>
            <ac:spMk id="6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8:58.039" v="3176" actId="478"/>
          <ac:spMkLst>
            <pc:docMk/>
            <pc:sldMk cId="0" sldId="3644"/>
            <ac:spMk id="7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8:58.039" v="3176" actId="478"/>
          <ac:spMkLst>
            <pc:docMk/>
            <pc:sldMk cId="0" sldId="3644"/>
            <ac:spMk id="8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8:54.622" v="3174" actId="478"/>
          <ac:spMkLst>
            <pc:docMk/>
            <pc:sldMk cId="0" sldId="3644"/>
            <ac:spMk id="9" creationId="{EE6BDF17-DB4E-417A-9115-2D0A2CC0F544}"/>
          </ac:spMkLst>
        </pc:spChg>
        <pc:spChg chg="del">
          <ac:chgData name="duansunshine" userId="6354e190-1780-428f-92cf-fd521658376f" providerId="ADAL" clId="{472F9B50-C93A-4BE7-B926-2C330EF6A4CE}" dt="2020-10-31T11:18:55.843" v="3175" actId="478"/>
          <ac:spMkLst>
            <pc:docMk/>
            <pc:sldMk cId="0" sldId="3644"/>
            <ac:spMk id="14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8:58.039" v="3176" actId="478"/>
          <ac:spMkLst>
            <pc:docMk/>
            <pc:sldMk cId="0" sldId="3644"/>
            <ac:spMk id="15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8:58.039" v="3176" actId="478"/>
          <ac:spMkLst>
            <pc:docMk/>
            <pc:sldMk cId="0" sldId="3644"/>
            <ac:spMk id="16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8:58.039" v="3176" actId="478"/>
          <ac:spMkLst>
            <pc:docMk/>
            <pc:sldMk cId="0" sldId="3644"/>
            <ac:spMk id="17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8:58.039" v="3176" actId="478"/>
          <ac:spMkLst>
            <pc:docMk/>
            <pc:sldMk cId="0" sldId="3644"/>
            <ac:spMk id="18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9:00.677" v="3177" actId="478"/>
          <ac:spMkLst>
            <pc:docMk/>
            <pc:sldMk cId="0" sldId="3644"/>
            <ac:spMk id="24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9:00.677" v="3177" actId="478"/>
          <ac:spMkLst>
            <pc:docMk/>
            <pc:sldMk cId="0" sldId="3644"/>
            <ac:spMk id="25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9:00.677" v="3177" actId="478"/>
          <ac:spMkLst>
            <pc:docMk/>
            <pc:sldMk cId="0" sldId="3644"/>
            <ac:spMk id="26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9:00.677" v="3177" actId="478"/>
          <ac:spMkLst>
            <pc:docMk/>
            <pc:sldMk cId="0" sldId="3644"/>
            <ac:spMk id="27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19:00.677" v="3177" actId="478"/>
          <ac:spMkLst>
            <pc:docMk/>
            <pc:sldMk cId="0" sldId="3644"/>
            <ac:spMk id="28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07:25:51.576" v="956"/>
          <ac:spMkLst>
            <pc:docMk/>
            <pc:sldMk cId="0" sldId="3644"/>
            <ac:spMk id="36" creationId="{00000000-0000-0000-0000-000000000000}"/>
          </ac:spMkLst>
        </pc:spChg>
        <pc:picChg chg="del">
          <ac:chgData name="duansunshine" userId="6354e190-1780-428f-92cf-fd521658376f" providerId="ADAL" clId="{472F9B50-C93A-4BE7-B926-2C330EF6A4CE}" dt="2020-10-31T11:18:52.174" v="3173" actId="478"/>
          <ac:picMkLst>
            <pc:docMk/>
            <pc:sldMk cId="0" sldId="3644"/>
            <ac:picMk id="3" creationId="{471B8EC7-5E79-4872-A282-E5D1ED4431B3}"/>
          </ac:picMkLst>
        </pc:picChg>
        <pc:picChg chg="add mod">
          <ac:chgData name="duansunshine" userId="6354e190-1780-428f-92cf-fd521658376f" providerId="ADAL" clId="{472F9B50-C93A-4BE7-B926-2C330EF6A4CE}" dt="2020-10-31T11:29:54.078" v="3325" actId="931"/>
          <ac:picMkLst>
            <pc:docMk/>
            <pc:sldMk cId="0" sldId="3644"/>
            <ac:picMk id="10" creationId="{18858FB8-45D2-4301-AE5B-3E9AA76B38FB}"/>
          </ac:picMkLst>
        </pc:picChg>
      </pc:sldChg>
      <pc:sldChg chg="modNotesTx">
        <pc:chgData name="duansunshine" userId="6354e190-1780-428f-92cf-fd521658376f" providerId="ADAL" clId="{472F9B50-C93A-4BE7-B926-2C330EF6A4CE}" dt="2020-10-31T07:35:43.778" v="1546" actId="20577"/>
        <pc:sldMkLst>
          <pc:docMk/>
          <pc:sldMk cId="0" sldId="3649"/>
        </pc:sldMkLst>
      </pc:sldChg>
      <pc:sldChg chg="addSp delSp modSp modNotesTx">
        <pc:chgData name="duansunshine" userId="6354e190-1780-428f-92cf-fd521658376f" providerId="ADAL" clId="{472F9B50-C93A-4BE7-B926-2C330EF6A4CE}" dt="2020-10-31T11:25:05.560" v="3293" actId="207"/>
        <pc:sldMkLst>
          <pc:docMk/>
          <pc:sldMk cId="4285032522" sldId="3650"/>
        </pc:sldMkLst>
        <pc:spChg chg="mod">
          <ac:chgData name="duansunshine" userId="6354e190-1780-428f-92cf-fd521658376f" providerId="ADAL" clId="{472F9B50-C93A-4BE7-B926-2C330EF6A4CE}" dt="2020-10-31T11:21:27.297" v="3200" actId="113"/>
          <ac:spMkLst>
            <pc:docMk/>
            <pc:sldMk cId="4285032522" sldId="3650"/>
            <ac:spMk id="2" creationId="{296104A9-EA08-4D7A-9539-FFDEAAEEB590}"/>
          </ac:spMkLst>
        </pc:spChg>
        <pc:spChg chg="mod">
          <ac:chgData name="duansunshine" userId="6354e190-1780-428f-92cf-fd521658376f" providerId="ADAL" clId="{472F9B50-C93A-4BE7-B926-2C330EF6A4CE}" dt="2020-10-31T11:25:03.290" v="3292" actId="207"/>
          <ac:spMkLst>
            <pc:docMk/>
            <pc:sldMk cId="4285032522" sldId="3650"/>
            <ac:spMk id="3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11:22:09.047" v="3217" actId="20577"/>
          <ac:spMkLst>
            <pc:docMk/>
            <pc:sldMk cId="4285032522" sldId="3650"/>
            <ac:spMk id="5" creationId="{AA454088-B53D-484B-97C4-377B898B3FFB}"/>
          </ac:spMkLst>
        </pc:spChg>
        <pc:spChg chg="mod">
          <ac:chgData name="duansunshine" userId="6354e190-1780-428f-92cf-fd521658376f" providerId="ADAL" clId="{472F9B50-C93A-4BE7-B926-2C330EF6A4CE}" dt="2020-10-31T05:27:44.401" v="175" actId="313"/>
          <ac:spMkLst>
            <pc:docMk/>
            <pc:sldMk cId="4285032522" sldId="3650"/>
            <ac:spMk id="13" creationId="{00000000-0000-0000-0000-000000000000}"/>
          </ac:spMkLst>
        </pc:spChg>
        <pc:spChg chg="add mod">
          <ac:chgData name="duansunshine" userId="6354e190-1780-428f-92cf-fd521658376f" providerId="ADAL" clId="{472F9B50-C93A-4BE7-B926-2C330EF6A4CE}" dt="2020-10-31T07:22:24.138" v="947"/>
          <ac:spMkLst>
            <pc:docMk/>
            <pc:sldMk cId="4285032522" sldId="3650"/>
            <ac:spMk id="16" creationId="{621DABDE-4A42-4FD6-99E5-13DEB89ED769}"/>
          </ac:spMkLst>
        </pc:spChg>
        <pc:spChg chg="add mod">
          <ac:chgData name="duansunshine" userId="6354e190-1780-428f-92cf-fd521658376f" providerId="ADAL" clId="{472F9B50-C93A-4BE7-B926-2C330EF6A4CE}" dt="2020-10-31T07:21:51.554" v="943" actId="1037"/>
          <ac:spMkLst>
            <pc:docMk/>
            <pc:sldMk cId="4285032522" sldId="3650"/>
            <ac:spMk id="20" creationId="{EBD47937-824D-4079-A5A9-D90B995C56FA}"/>
          </ac:spMkLst>
        </pc:spChg>
        <pc:spChg chg="mod">
          <ac:chgData name="duansunshine" userId="6354e190-1780-428f-92cf-fd521658376f" providerId="ADAL" clId="{472F9B50-C93A-4BE7-B926-2C330EF6A4CE}" dt="2020-10-31T11:25:05.560" v="3293" actId="207"/>
          <ac:spMkLst>
            <pc:docMk/>
            <pc:sldMk cId="4285032522" sldId="3650"/>
            <ac:spMk id="37" creationId="{00000000-0000-0000-0000-000000000000}"/>
          </ac:spMkLst>
        </pc:spChg>
        <pc:picChg chg="mod">
          <ac:chgData name="duansunshine" userId="6354e190-1780-428f-92cf-fd521658376f" providerId="ADAL" clId="{472F9B50-C93A-4BE7-B926-2C330EF6A4CE}" dt="2020-10-31T05:24:30.199" v="163" actId="1036"/>
          <ac:picMkLst>
            <pc:docMk/>
            <pc:sldMk cId="4285032522" sldId="3650"/>
            <ac:picMk id="22" creationId="{00000000-0000-0000-0000-000000000000}"/>
          </ac:picMkLst>
        </pc:picChg>
        <pc:cxnChg chg="add mod">
          <ac:chgData name="duansunshine" userId="6354e190-1780-428f-92cf-fd521658376f" providerId="ADAL" clId="{472F9B50-C93A-4BE7-B926-2C330EF6A4CE}" dt="2020-10-31T07:21:51.554" v="943" actId="1037"/>
          <ac:cxnSpMkLst>
            <pc:docMk/>
            <pc:sldMk cId="4285032522" sldId="3650"/>
            <ac:cxnSpMk id="14" creationId="{145B41A5-405F-454E-9CA2-F655F9A41DEF}"/>
          </ac:cxnSpMkLst>
        </pc:cxnChg>
        <pc:cxnChg chg="add mod">
          <ac:chgData name="duansunshine" userId="6354e190-1780-428f-92cf-fd521658376f" providerId="ADAL" clId="{472F9B50-C93A-4BE7-B926-2C330EF6A4CE}" dt="2020-10-31T07:21:51.554" v="943" actId="1037"/>
          <ac:cxnSpMkLst>
            <pc:docMk/>
            <pc:sldMk cId="4285032522" sldId="3650"/>
            <ac:cxnSpMk id="15" creationId="{E108B807-DE84-4D9C-BC1A-82B7890E0AF6}"/>
          </ac:cxnSpMkLst>
        </pc:cxnChg>
        <pc:cxnChg chg="del">
          <ac:chgData name="duansunshine" userId="6354e190-1780-428f-92cf-fd521658376f" providerId="ADAL" clId="{472F9B50-C93A-4BE7-B926-2C330EF6A4CE}" dt="2020-10-31T07:21:54.754" v="944" actId="478"/>
          <ac:cxnSpMkLst>
            <pc:docMk/>
            <pc:sldMk cId="4285032522" sldId="3650"/>
            <ac:cxnSpMk id="17" creationId="{00000000-0000-0000-0000-000000000000}"/>
          </ac:cxnSpMkLst>
        </pc:cxnChg>
        <pc:cxnChg chg="del">
          <ac:chgData name="duansunshine" userId="6354e190-1780-428f-92cf-fd521658376f" providerId="ADAL" clId="{472F9B50-C93A-4BE7-B926-2C330EF6A4CE}" dt="2020-10-31T07:21:54.754" v="944" actId="478"/>
          <ac:cxnSpMkLst>
            <pc:docMk/>
            <pc:sldMk cId="4285032522" sldId="3650"/>
            <ac:cxnSpMk id="18" creationId="{00000000-0000-0000-0000-000000000000}"/>
          </ac:cxnSpMkLst>
        </pc:cxnChg>
      </pc:sldChg>
      <pc:sldChg chg="addSp delSp modSp ord delAnim modAnim modNotesTx">
        <pc:chgData name="duansunshine" userId="6354e190-1780-428f-92cf-fd521658376f" providerId="ADAL" clId="{472F9B50-C93A-4BE7-B926-2C330EF6A4CE}" dt="2020-10-31T11:18:24.271" v="3172"/>
        <pc:sldMkLst>
          <pc:docMk/>
          <pc:sldMk cId="1548670541" sldId="3654"/>
        </pc:sldMkLst>
        <pc:spChg chg="mod">
          <ac:chgData name="duansunshine" userId="6354e190-1780-428f-92cf-fd521658376f" providerId="ADAL" clId="{472F9B50-C93A-4BE7-B926-2C330EF6A4CE}" dt="2020-10-31T11:01:40.327" v="2969" actId="20577"/>
          <ac:spMkLst>
            <pc:docMk/>
            <pc:sldMk cId="1548670541" sldId="3654"/>
            <ac:spMk id="3" creationId="{4623B8FA-4C91-4E11-9901-C674D66AD7DF}"/>
          </ac:spMkLst>
        </pc:spChg>
        <pc:spChg chg="add del">
          <ac:chgData name="duansunshine" userId="6354e190-1780-428f-92cf-fd521658376f" providerId="ADAL" clId="{472F9B50-C93A-4BE7-B926-2C330EF6A4CE}" dt="2020-10-31T11:03:29.716" v="2989"/>
          <ac:spMkLst>
            <pc:docMk/>
            <pc:sldMk cId="1548670541" sldId="3654"/>
            <ac:spMk id="6" creationId="{8703781B-75CB-435F-9F5C-92F1611FD1FC}"/>
          </ac:spMkLst>
        </pc:spChg>
        <pc:spChg chg="mod">
          <ac:chgData name="duansunshine" userId="6354e190-1780-428f-92cf-fd521658376f" providerId="ADAL" clId="{472F9B50-C93A-4BE7-B926-2C330EF6A4CE}" dt="2020-10-31T08:56:11.861" v="2576" actId="20577"/>
          <ac:spMkLst>
            <pc:docMk/>
            <pc:sldMk cId="1548670541" sldId="3654"/>
            <ac:spMk id="9" creationId="{00000000-0000-0000-0000-000000000000}"/>
          </ac:spMkLst>
        </pc:spChg>
        <pc:spChg chg="add mod">
          <ac:chgData name="duansunshine" userId="6354e190-1780-428f-92cf-fd521658376f" providerId="ADAL" clId="{472F9B50-C93A-4BE7-B926-2C330EF6A4CE}" dt="2020-10-31T11:11:12.598" v="3093" actId="1076"/>
          <ac:spMkLst>
            <pc:docMk/>
            <pc:sldMk cId="1548670541" sldId="3654"/>
            <ac:spMk id="14" creationId="{479F4F10-2818-4B95-AA0A-E0F6A4FFF489}"/>
          </ac:spMkLst>
        </pc:spChg>
        <pc:spChg chg="mod topLvl">
          <ac:chgData name="duansunshine" userId="6354e190-1780-428f-92cf-fd521658376f" providerId="ADAL" clId="{472F9B50-C93A-4BE7-B926-2C330EF6A4CE}" dt="2020-10-31T11:04:39.880" v="3001" actId="6549"/>
          <ac:spMkLst>
            <pc:docMk/>
            <pc:sldMk cId="1548670541" sldId="3654"/>
            <ac:spMk id="19" creationId="{52075F6E-EE98-466E-A411-4C9D0E5B3E8C}"/>
          </ac:spMkLst>
        </pc:spChg>
        <pc:spChg chg="del topLvl">
          <ac:chgData name="duansunshine" userId="6354e190-1780-428f-92cf-fd521658376f" providerId="ADAL" clId="{472F9B50-C93A-4BE7-B926-2C330EF6A4CE}" dt="2020-10-31T11:04:17.394" v="2993" actId="478"/>
          <ac:spMkLst>
            <pc:docMk/>
            <pc:sldMk cId="1548670541" sldId="3654"/>
            <ac:spMk id="20" creationId="{0F591E64-85AC-4F5B-B508-8F6C7587866C}"/>
          </ac:spMkLst>
        </pc:spChg>
        <pc:spChg chg="add mod">
          <ac:chgData name="duansunshine" userId="6354e190-1780-428f-92cf-fd521658376f" providerId="ADAL" clId="{472F9B50-C93A-4BE7-B926-2C330EF6A4CE}" dt="2020-10-31T11:05:48.412" v="3021"/>
          <ac:spMkLst>
            <pc:docMk/>
            <pc:sldMk cId="1548670541" sldId="3654"/>
            <ac:spMk id="21" creationId="{FC1D6F6F-8745-43EC-9C00-33B7FD2262FF}"/>
          </ac:spMkLst>
        </pc:spChg>
        <pc:spChg chg="add mod">
          <ac:chgData name="duansunshine" userId="6354e190-1780-428f-92cf-fd521658376f" providerId="ADAL" clId="{472F9B50-C93A-4BE7-B926-2C330EF6A4CE}" dt="2020-10-31T11:15:33.386" v="3146" actId="1076"/>
          <ac:spMkLst>
            <pc:docMk/>
            <pc:sldMk cId="1548670541" sldId="3654"/>
            <ac:spMk id="23" creationId="{5C6C6042-FA5A-452F-8585-24962AF52026}"/>
          </ac:spMkLst>
        </pc:spChg>
        <pc:spChg chg="add del mod">
          <ac:chgData name="duansunshine" userId="6354e190-1780-428f-92cf-fd521658376f" providerId="ADAL" clId="{472F9B50-C93A-4BE7-B926-2C330EF6A4CE}" dt="2020-10-31T11:13:06.279" v="3105" actId="478"/>
          <ac:spMkLst>
            <pc:docMk/>
            <pc:sldMk cId="1548670541" sldId="3654"/>
            <ac:spMk id="25" creationId="{EA9F8107-C65B-4F60-860A-FB1968BEFB82}"/>
          </ac:spMkLst>
        </pc:spChg>
        <pc:spChg chg="add mod">
          <ac:chgData name="duansunshine" userId="6354e190-1780-428f-92cf-fd521658376f" providerId="ADAL" clId="{472F9B50-C93A-4BE7-B926-2C330EF6A4CE}" dt="2020-10-31T11:14:44.447" v="3133" actId="14100"/>
          <ac:spMkLst>
            <pc:docMk/>
            <pc:sldMk cId="1548670541" sldId="3654"/>
            <ac:spMk id="26" creationId="{055EFDB8-A116-4BC3-B57B-A0354CA6C56A}"/>
          </ac:spMkLst>
        </pc:spChg>
        <pc:spChg chg="add mod">
          <ac:chgData name="duansunshine" userId="6354e190-1780-428f-92cf-fd521658376f" providerId="ADAL" clId="{472F9B50-C93A-4BE7-B926-2C330EF6A4CE}" dt="2020-10-31T11:15:27.719" v="3145" actId="14100"/>
          <ac:spMkLst>
            <pc:docMk/>
            <pc:sldMk cId="1548670541" sldId="3654"/>
            <ac:spMk id="27" creationId="{7BB5F906-D7C9-4D4D-A266-73B3D12BB219}"/>
          </ac:spMkLst>
        </pc:spChg>
        <pc:spChg chg="add mod">
          <ac:chgData name="duansunshine" userId="6354e190-1780-428f-92cf-fd521658376f" providerId="ADAL" clId="{472F9B50-C93A-4BE7-B926-2C330EF6A4CE}" dt="2020-10-31T11:15:25.966" v="3144" actId="14100"/>
          <ac:spMkLst>
            <pc:docMk/>
            <pc:sldMk cId="1548670541" sldId="3654"/>
            <ac:spMk id="28" creationId="{501F8530-A894-4454-B267-A9D359CB7C2E}"/>
          </ac:spMkLst>
        </pc:spChg>
        <pc:spChg chg="add mod">
          <ac:chgData name="duansunshine" userId="6354e190-1780-428f-92cf-fd521658376f" providerId="ADAL" clId="{472F9B50-C93A-4BE7-B926-2C330EF6A4CE}" dt="2020-10-31T11:18:03.375" v="3166" actId="1076"/>
          <ac:spMkLst>
            <pc:docMk/>
            <pc:sldMk cId="1548670541" sldId="3654"/>
            <ac:spMk id="30" creationId="{F6578015-7D75-4246-8564-F98499F31533}"/>
          </ac:spMkLst>
        </pc:spChg>
        <pc:spChg chg="add mod">
          <ac:chgData name="duansunshine" userId="6354e190-1780-428f-92cf-fd521658376f" providerId="ADAL" clId="{472F9B50-C93A-4BE7-B926-2C330EF6A4CE}" dt="2020-10-31T11:18:24.271" v="3172"/>
          <ac:spMkLst>
            <pc:docMk/>
            <pc:sldMk cId="1548670541" sldId="3654"/>
            <ac:spMk id="31" creationId="{F9527D5F-611B-4C9D-AADA-8C49FCBF8973}"/>
          </ac:spMkLst>
        </pc:spChg>
        <pc:grpChg chg="del">
          <ac:chgData name="duansunshine" userId="6354e190-1780-428f-92cf-fd521658376f" providerId="ADAL" clId="{472F9B50-C93A-4BE7-B926-2C330EF6A4CE}" dt="2020-10-31T11:01:56.424" v="2971" actId="478"/>
          <ac:grpSpMkLst>
            <pc:docMk/>
            <pc:sldMk cId="1548670541" sldId="3654"/>
            <ac:grpSpMk id="12" creationId="{00000000-0000-0000-0000-000000000000}"/>
          </ac:grpSpMkLst>
        </pc:grpChg>
        <pc:grpChg chg="add del">
          <ac:chgData name="duansunshine" userId="6354e190-1780-428f-92cf-fd521658376f" providerId="ADAL" clId="{472F9B50-C93A-4BE7-B926-2C330EF6A4CE}" dt="2020-10-31T11:04:17.394" v="2993" actId="478"/>
          <ac:grpSpMkLst>
            <pc:docMk/>
            <pc:sldMk cId="1548670541" sldId="3654"/>
            <ac:grpSpMk id="17" creationId="{EA80D2C4-1452-4EA7-A330-653CDFC15409}"/>
          </ac:grpSpMkLst>
        </pc:grpChg>
        <pc:picChg chg="del">
          <ac:chgData name="duansunshine" userId="6354e190-1780-428f-92cf-fd521658376f" providerId="ADAL" clId="{472F9B50-C93A-4BE7-B926-2C330EF6A4CE}" dt="2020-10-31T11:01:56.976" v="2972" actId="478"/>
          <ac:picMkLst>
            <pc:docMk/>
            <pc:sldMk cId="1548670541" sldId="3654"/>
            <ac:picMk id="2" creationId="{C3F74308-2B6A-408C-93A3-BCB93FB02AB6}"/>
          </ac:picMkLst>
        </pc:picChg>
        <pc:picChg chg="add mod">
          <ac:chgData name="duansunshine" userId="6354e190-1780-428f-92cf-fd521658376f" providerId="ADAL" clId="{472F9B50-C93A-4BE7-B926-2C330EF6A4CE}" dt="2020-10-31T11:09:32.583" v="3076" actId="1076"/>
          <ac:picMkLst>
            <pc:docMk/>
            <pc:sldMk cId="1548670541" sldId="3654"/>
            <ac:picMk id="4" creationId="{191F518A-6A60-4860-B209-6E6C0B0412D5}"/>
          </ac:picMkLst>
        </pc:picChg>
        <pc:picChg chg="add del mod">
          <ac:chgData name="duansunshine" userId="6354e190-1780-428f-92cf-fd521658376f" providerId="ADAL" clId="{472F9B50-C93A-4BE7-B926-2C330EF6A4CE}" dt="2020-10-31T11:02:59.127" v="2982" actId="478"/>
          <ac:picMkLst>
            <pc:docMk/>
            <pc:sldMk cId="1548670541" sldId="3654"/>
            <ac:picMk id="5" creationId="{4D8A919D-4E6E-4FEE-AA2C-12F4ED5D0617}"/>
          </ac:picMkLst>
        </pc:picChg>
        <pc:picChg chg="add del mod">
          <ac:chgData name="duansunshine" userId="6354e190-1780-428f-92cf-fd521658376f" providerId="ADAL" clId="{472F9B50-C93A-4BE7-B926-2C330EF6A4CE}" dt="2020-10-31T11:05:10.847" v="3018" actId="478"/>
          <ac:picMkLst>
            <pc:docMk/>
            <pc:sldMk cId="1548670541" sldId="3654"/>
            <ac:picMk id="7" creationId="{C3BBE512-56D9-44DE-9B6D-BE73BDB43792}"/>
          </ac:picMkLst>
        </pc:picChg>
        <pc:picChg chg="add mod">
          <ac:chgData name="duansunshine" userId="6354e190-1780-428f-92cf-fd521658376f" providerId="ADAL" clId="{472F9B50-C93A-4BE7-B926-2C330EF6A4CE}" dt="2020-10-31T11:18:09.174" v="3169" actId="1076"/>
          <ac:picMkLst>
            <pc:docMk/>
            <pc:sldMk cId="1548670541" sldId="3654"/>
            <ac:picMk id="29" creationId="{F6B9B990-3A14-4321-8202-3311EF077297}"/>
          </ac:picMkLst>
        </pc:picChg>
        <pc:cxnChg chg="mod">
          <ac:chgData name="duansunshine" userId="6354e190-1780-428f-92cf-fd521658376f" providerId="ADAL" clId="{472F9B50-C93A-4BE7-B926-2C330EF6A4CE}" dt="2020-10-31T11:11:27.391" v="3095" actId="14100"/>
          <ac:cxnSpMkLst>
            <pc:docMk/>
            <pc:sldMk cId="1548670541" sldId="3654"/>
            <ac:cxnSpMk id="13" creationId="{AFF28447-483A-4F88-9CF5-50BE170818A7}"/>
          </ac:cxnSpMkLst>
        </pc:cxnChg>
        <pc:cxnChg chg="add mod">
          <ac:chgData name="duansunshine" userId="6354e190-1780-428f-92cf-fd521658376f" providerId="ADAL" clId="{472F9B50-C93A-4BE7-B926-2C330EF6A4CE}" dt="2020-10-31T11:09:38.703" v="3078" actId="1076"/>
          <ac:cxnSpMkLst>
            <pc:docMk/>
            <pc:sldMk cId="1548670541" sldId="3654"/>
            <ac:cxnSpMk id="22" creationId="{83BD0557-EEBC-4BE9-87BE-981BE50975D2}"/>
          </ac:cxnSpMkLst>
        </pc:cxnChg>
      </pc:sldChg>
      <pc:sldChg chg="del">
        <pc:chgData name="duansunshine" userId="6354e190-1780-428f-92cf-fd521658376f" providerId="ADAL" clId="{472F9B50-C93A-4BE7-B926-2C330EF6A4CE}" dt="2020-10-31T05:30:09.536" v="196" actId="2696"/>
        <pc:sldMkLst>
          <pc:docMk/>
          <pc:sldMk cId="1202837062" sldId="3655"/>
        </pc:sldMkLst>
      </pc:sldChg>
      <pc:sldChg chg="del">
        <pc:chgData name="duansunshine" userId="6354e190-1780-428f-92cf-fd521658376f" providerId="ADAL" clId="{472F9B50-C93A-4BE7-B926-2C330EF6A4CE}" dt="2020-10-31T05:30:11.624" v="197" actId="2696"/>
        <pc:sldMkLst>
          <pc:docMk/>
          <pc:sldMk cId="3524847537" sldId="3656"/>
        </pc:sldMkLst>
      </pc:sldChg>
      <pc:sldChg chg="addSp delSp modSp delAnim modNotesTx">
        <pc:chgData name="duansunshine" userId="6354e190-1780-428f-92cf-fd521658376f" providerId="ADAL" clId="{472F9B50-C93A-4BE7-B926-2C330EF6A4CE}" dt="2020-11-01T02:59:36.372" v="4727" actId="14100"/>
        <pc:sldMkLst>
          <pc:docMk/>
          <pc:sldMk cId="2066773154" sldId="3657"/>
        </pc:sldMkLst>
        <pc:spChg chg="add mod">
          <ac:chgData name="duansunshine" userId="6354e190-1780-428f-92cf-fd521658376f" providerId="ADAL" clId="{472F9B50-C93A-4BE7-B926-2C330EF6A4CE}" dt="2020-11-01T02:59:16.629" v="4712"/>
          <ac:spMkLst>
            <pc:docMk/>
            <pc:sldMk cId="2066773154" sldId="3657"/>
            <ac:spMk id="3" creationId="{B3E2DA0F-31FC-4520-B41D-D3C541EFE2CF}"/>
          </ac:spMkLst>
        </pc:spChg>
        <pc:spChg chg="del">
          <ac:chgData name="duansunshine" userId="6354e190-1780-428f-92cf-fd521658376f" providerId="ADAL" clId="{472F9B50-C93A-4BE7-B926-2C330EF6A4CE}" dt="2020-11-01T02:50:57.033" v="4474" actId="478"/>
          <ac:spMkLst>
            <pc:docMk/>
            <pc:sldMk cId="2066773154" sldId="3657"/>
            <ac:spMk id="6" creationId="{A4D87030-E628-4151-B735-91AAEBCC7B41}"/>
          </ac:spMkLst>
        </pc:spChg>
        <pc:spChg chg="del">
          <ac:chgData name="duansunshine" userId="6354e190-1780-428f-92cf-fd521658376f" providerId="ADAL" clId="{472F9B50-C93A-4BE7-B926-2C330EF6A4CE}" dt="2020-11-01T02:50:57.033" v="4474" actId="478"/>
          <ac:spMkLst>
            <pc:docMk/>
            <pc:sldMk cId="2066773154" sldId="3657"/>
            <ac:spMk id="10" creationId="{654A94A6-4729-44B2-AA9C-08C3A7D1B4B7}"/>
          </ac:spMkLst>
        </pc:spChg>
        <pc:spChg chg="del mod">
          <ac:chgData name="duansunshine" userId="6354e190-1780-428f-92cf-fd521658376f" providerId="ADAL" clId="{472F9B50-C93A-4BE7-B926-2C330EF6A4CE}" dt="2020-11-01T02:50:59.843" v="4475" actId="478"/>
          <ac:spMkLst>
            <pc:docMk/>
            <pc:sldMk cId="2066773154" sldId="3657"/>
            <ac:spMk id="27" creationId="{BF9AB1CE-6EE0-44B4-920D-684A0118DA42}"/>
          </ac:spMkLst>
        </pc:spChg>
        <pc:spChg chg="add mod">
          <ac:chgData name="duansunshine" userId="6354e190-1780-428f-92cf-fd521658376f" providerId="ADAL" clId="{472F9B50-C93A-4BE7-B926-2C330EF6A4CE}" dt="2020-11-01T02:59:08.237" v="4708" actId="1076"/>
          <ac:spMkLst>
            <pc:docMk/>
            <pc:sldMk cId="2066773154" sldId="3657"/>
            <ac:spMk id="35" creationId="{56EBF731-F88E-4EEE-885B-98F55F661F88}"/>
          </ac:spMkLst>
        </pc:spChg>
        <pc:spChg chg="mod">
          <ac:chgData name="duansunshine" userId="6354e190-1780-428f-92cf-fd521658376f" providerId="ADAL" clId="{472F9B50-C93A-4BE7-B926-2C330EF6A4CE}" dt="2020-10-31T14:59:58.698" v="4468"/>
          <ac:spMkLst>
            <pc:docMk/>
            <pc:sldMk cId="2066773154" sldId="3657"/>
            <ac:spMk id="39" creationId="{00000000-0000-0000-0000-000000000000}"/>
          </ac:spMkLst>
        </pc:spChg>
        <pc:spChg chg="add mod">
          <ac:chgData name="duansunshine" userId="6354e190-1780-428f-92cf-fd521658376f" providerId="ADAL" clId="{472F9B50-C93A-4BE7-B926-2C330EF6A4CE}" dt="2020-11-01T02:59:08.237" v="4708" actId="1076"/>
          <ac:spMkLst>
            <pc:docMk/>
            <pc:sldMk cId="2066773154" sldId="3657"/>
            <ac:spMk id="53" creationId="{04292BC0-3998-42E6-BE4D-EA4A4687AB89}"/>
          </ac:spMkLst>
        </pc:spChg>
        <pc:spChg chg="add mod">
          <ac:chgData name="duansunshine" userId="6354e190-1780-428f-92cf-fd521658376f" providerId="ADAL" clId="{472F9B50-C93A-4BE7-B926-2C330EF6A4CE}" dt="2020-11-01T02:59:08.237" v="4708" actId="1076"/>
          <ac:spMkLst>
            <pc:docMk/>
            <pc:sldMk cId="2066773154" sldId="3657"/>
            <ac:spMk id="54" creationId="{07487631-C6C2-46E7-9C96-126F701F0546}"/>
          </ac:spMkLst>
        </pc:spChg>
        <pc:spChg chg="add mod">
          <ac:chgData name="duansunshine" userId="6354e190-1780-428f-92cf-fd521658376f" providerId="ADAL" clId="{472F9B50-C93A-4BE7-B926-2C330EF6A4CE}" dt="2020-11-01T02:59:36.372" v="4727" actId="14100"/>
          <ac:spMkLst>
            <pc:docMk/>
            <pc:sldMk cId="2066773154" sldId="3657"/>
            <ac:spMk id="55" creationId="{B0544D7E-55E1-4798-A2FA-1F6EC99AD58E}"/>
          </ac:spMkLst>
        </pc:spChg>
        <pc:grpChg chg="del">
          <ac:chgData name="duansunshine" userId="6354e190-1780-428f-92cf-fd521658376f" providerId="ADAL" clId="{472F9B50-C93A-4BE7-B926-2C330EF6A4CE}" dt="2020-11-01T02:50:48.718" v="4470" actId="478"/>
          <ac:grpSpMkLst>
            <pc:docMk/>
            <pc:sldMk cId="2066773154" sldId="3657"/>
            <ac:grpSpMk id="32" creationId="{D03C6CBD-843D-4340-ADA5-E345EAD1FFB6}"/>
          </ac:grpSpMkLst>
        </pc:grpChg>
        <pc:grpChg chg="del">
          <ac:chgData name="duansunshine" userId="6354e190-1780-428f-92cf-fd521658376f" providerId="ADAL" clId="{472F9B50-C93A-4BE7-B926-2C330EF6A4CE}" dt="2020-11-01T02:50:49.927" v="4471" actId="478"/>
          <ac:grpSpMkLst>
            <pc:docMk/>
            <pc:sldMk cId="2066773154" sldId="3657"/>
            <ac:grpSpMk id="45" creationId="{E1F10912-356F-49BB-8333-13157DE26685}"/>
          </ac:grpSpMkLst>
        </pc:grpChg>
        <pc:picChg chg="del">
          <ac:chgData name="duansunshine" userId="6354e190-1780-428f-92cf-fd521658376f" providerId="ADAL" clId="{472F9B50-C93A-4BE7-B926-2C330EF6A4CE}" dt="2020-11-01T02:50:57.033" v="4474" actId="478"/>
          <ac:picMkLst>
            <pc:docMk/>
            <pc:sldMk cId="2066773154" sldId="3657"/>
            <ac:picMk id="2" creationId="{37732FF5-40B7-4153-BA5D-F81975182C67}"/>
          </ac:picMkLst>
        </pc:picChg>
        <pc:picChg chg="del">
          <ac:chgData name="duansunshine" userId="6354e190-1780-428f-92cf-fd521658376f" providerId="ADAL" clId="{472F9B50-C93A-4BE7-B926-2C330EF6A4CE}" dt="2020-11-01T02:50:57.033" v="4474" actId="478"/>
          <ac:picMkLst>
            <pc:docMk/>
            <pc:sldMk cId="2066773154" sldId="3657"/>
            <ac:picMk id="4" creationId="{9319AB3A-3BCE-47E8-862E-B1503A610B7E}"/>
          </ac:picMkLst>
        </pc:picChg>
        <pc:picChg chg="del">
          <ac:chgData name="duansunshine" userId="6354e190-1780-428f-92cf-fd521658376f" providerId="ADAL" clId="{472F9B50-C93A-4BE7-B926-2C330EF6A4CE}" dt="2020-11-01T02:50:57.033" v="4474" actId="478"/>
          <ac:picMkLst>
            <pc:docMk/>
            <pc:sldMk cId="2066773154" sldId="3657"/>
            <ac:picMk id="5" creationId="{E241F778-04BD-4CD8-9F8C-1888E1F5893D}"/>
          </ac:picMkLst>
        </pc:picChg>
        <pc:picChg chg="del">
          <ac:chgData name="duansunshine" userId="6354e190-1780-428f-92cf-fd521658376f" providerId="ADAL" clId="{472F9B50-C93A-4BE7-B926-2C330EF6A4CE}" dt="2020-11-01T02:50:54.383" v="4473" actId="478"/>
          <ac:picMkLst>
            <pc:docMk/>
            <pc:sldMk cId="2066773154" sldId="3657"/>
            <ac:picMk id="8" creationId="{943D5231-EB8F-4CB3-A55C-3FC07D1A95F8}"/>
          </ac:picMkLst>
        </pc:picChg>
        <pc:picChg chg="del">
          <ac:chgData name="duansunshine" userId="6354e190-1780-428f-92cf-fd521658376f" providerId="ADAL" clId="{472F9B50-C93A-4BE7-B926-2C330EF6A4CE}" dt="2020-11-01T02:50:57.033" v="4474" actId="478"/>
          <ac:picMkLst>
            <pc:docMk/>
            <pc:sldMk cId="2066773154" sldId="3657"/>
            <ac:picMk id="9" creationId="{397A7F30-146D-40C3-914A-ACA1CAE8B09F}"/>
          </ac:picMkLst>
        </pc:picChg>
        <pc:cxnChg chg="del mod">
          <ac:chgData name="duansunshine" userId="6354e190-1780-428f-92cf-fd521658376f" providerId="ADAL" clId="{472F9B50-C93A-4BE7-B926-2C330EF6A4CE}" dt="2020-11-01T02:50:57.033" v="4474" actId="478"/>
          <ac:cxnSpMkLst>
            <pc:docMk/>
            <pc:sldMk cId="2066773154" sldId="3657"/>
            <ac:cxnSpMk id="12" creationId="{03154F4D-AF77-4DB3-BE17-1D6DC8D5F6B4}"/>
          </ac:cxnSpMkLst>
        </pc:cxnChg>
      </pc:sldChg>
      <pc:sldChg chg="modSp">
        <pc:chgData name="duansunshine" userId="6354e190-1780-428f-92cf-fd521658376f" providerId="ADAL" clId="{472F9B50-C93A-4BE7-B926-2C330EF6A4CE}" dt="2020-10-31T05:41:08.087" v="658" actId="1036"/>
        <pc:sldMkLst>
          <pc:docMk/>
          <pc:sldMk cId="893211373" sldId="3658"/>
        </pc:sldMkLst>
        <pc:spChg chg="mod">
          <ac:chgData name="duansunshine" userId="6354e190-1780-428f-92cf-fd521658376f" providerId="ADAL" clId="{472F9B50-C93A-4BE7-B926-2C330EF6A4CE}" dt="2020-10-31T05:41:08.087" v="658" actId="1036"/>
          <ac:spMkLst>
            <pc:docMk/>
            <pc:sldMk cId="893211373" sldId="3658"/>
            <ac:spMk id="28" creationId="{00000000-0000-0000-0000-000000000000}"/>
          </ac:spMkLst>
        </pc:spChg>
      </pc:sldChg>
      <pc:sldChg chg="del">
        <pc:chgData name="duansunshine" userId="6354e190-1780-428f-92cf-fd521658376f" providerId="ADAL" clId="{472F9B50-C93A-4BE7-B926-2C330EF6A4CE}" dt="2020-10-31T05:31:28.249" v="218" actId="2696"/>
        <pc:sldMkLst>
          <pc:docMk/>
          <pc:sldMk cId="3270480197" sldId="3659"/>
        </pc:sldMkLst>
      </pc:sldChg>
      <pc:sldChg chg="addSp delSp modSp del modNotesTx">
        <pc:chgData name="duansunshine" userId="6354e190-1780-428f-92cf-fd521658376f" providerId="ADAL" clId="{472F9B50-C93A-4BE7-B926-2C330EF6A4CE}" dt="2020-11-01T02:59:39.763" v="4728" actId="2696"/>
        <pc:sldMkLst>
          <pc:docMk/>
          <pc:sldMk cId="163120325" sldId="3660"/>
        </pc:sldMkLst>
        <pc:spChg chg="add mod">
          <ac:chgData name="duansunshine" userId="6354e190-1780-428f-92cf-fd521658376f" providerId="ADAL" clId="{472F9B50-C93A-4BE7-B926-2C330EF6A4CE}" dt="2020-11-01T02:58:56.393" v="4707" actId="20577"/>
          <ac:spMkLst>
            <pc:docMk/>
            <pc:sldMk cId="163120325" sldId="3660"/>
            <ac:spMk id="2" creationId="{D77AF4B0-0613-4547-B8D0-3FC6D0481AED}"/>
          </ac:spMkLst>
        </pc:spChg>
        <pc:spChg chg="del">
          <ac:chgData name="duansunshine" userId="6354e190-1780-428f-92cf-fd521658376f" providerId="ADAL" clId="{472F9B50-C93A-4BE7-B926-2C330EF6A4CE}" dt="2020-11-01T02:52:21.601" v="4522" actId="478"/>
          <ac:spMkLst>
            <pc:docMk/>
            <pc:sldMk cId="163120325" sldId="3660"/>
            <ac:spMk id="27" creationId="{BF9AB1CE-6EE0-44B4-920D-684A0118DA42}"/>
          </ac:spMkLst>
        </pc:spChg>
        <pc:spChg chg="mod">
          <ac:chgData name="duansunshine" userId="6354e190-1780-428f-92cf-fd521658376f" providerId="ADAL" clId="{472F9B50-C93A-4BE7-B926-2C330EF6A4CE}" dt="2020-11-01T02:53:24.621" v="4566" actId="20577"/>
          <ac:spMkLst>
            <pc:docMk/>
            <pc:sldMk cId="163120325" sldId="3660"/>
            <ac:spMk id="39" creationId="{00000000-0000-0000-0000-000000000000}"/>
          </ac:spMkLst>
        </pc:spChg>
        <pc:graphicFrameChg chg="del">
          <ac:chgData name="duansunshine" userId="6354e190-1780-428f-92cf-fd521658376f" providerId="ADAL" clId="{472F9B50-C93A-4BE7-B926-2C330EF6A4CE}" dt="2020-11-01T02:52:18.538" v="4521" actId="478"/>
          <ac:graphicFrameMkLst>
            <pc:docMk/>
            <pc:sldMk cId="163120325" sldId="3660"/>
            <ac:graphicFrameMk id="11" creationId="{349F466A-1D7E-48AD-93F6-01E696211A05}"/>
          </ac:graphicFrameMkLst>
        </pc:graphicFrameChg>
      </pc:sldChg>
      <pc:sldChg chg="del">
        <pc:chgData name="duansunshine" userId="6354e190-1780-428f-92cf-fd521658376f" providerId="ADAL" clId="{472F9B50-C93A-4BE7-B926-2C330EF6A4CE}" dt="2020-10-31T05:31:26.811" v="217" actId="2696"/>
        <pc:sldMkLst>
          <pc:docMk/>
          <pc:sldMk cId="1974331939" sldId="3661"/>
        </pc:sldMkLst>
      </pc:sldChg>
      <pc:sldChg chg="del">
        <pc:chgData name="duansunshine" userId="6354e190-1780-428f-92cf-fd521658376f" providerId="ADAL" clId="{472F9B50-C93A-4BE7-B926-2C330EF6A4CE}" dt="2020-10-31T05:31:25.594" v="216" actId="2696"/>
        <pc:sldMkLst>
          <pc:docMk/>
          <pc:sldMk cId="3019080749" sldId="3662"/>
        </pc:sldMkLst>
      </pc:sldChg>
      <pc:sldChg chg="addSp delSp modSp add delAnim modNotesTx">
        <pc:chgData name="duansunshine" userId="6354e190-1780-428f-92cf-fd521658376f" providerId="ADAL" clId="{472F9B50-C93A-4BE7-B926-2C330EF6A4CE}" dt="2020-10-31T12:52:22.410" v="3887" actId="1076"/>
        <pc:sldMkLst>
          <pc:docMk/>
          <pc:sldMk cId="539234843" sldId="3663"/>
        </pc:sldMkLst>
        <pc:spChg chg="mod">
          <ac:chgData name="duansunshine" userId="6354e190-1780-428f-92cf-fd521658376f" providerId="ADAL" clId="{472F9B50-C93A-4BE7-B926-2C330EF6A4CE}" dt="2020-10-31T07:25:57.657" v="958"/>
          <ac:spMkLst>
            <pc:docMk/>
            <pc:sldMk cId="539234843" sldId="3663"/>
            <ac:spMk id="3" creationId="{1E04DDDE-4FD2-495C-BD86-7D652DF9AADC}"/>
          </ac:spMkLst>
        </pc:spChg>
        <pc:spChg chg="add mod">
          <ac:chgData name="duansunshine" userId="6354e190-1780-428f-92cf-fd521658376f" providerId="ADAL" clId="{472F9B50-C93A-4BE7-B926-2C330EF6A4CE}" dt="2020-10-31T12:50:47.589" v="3857" actId="1076"/>
          <ac:spMkLst>
            <pc:docMk/>
            <pc:sldMk cId="539234843" sldId="3663"/>
            <ac:spMk id="5" creationId="{BF198133-866B-4404-93ED-F1559F8F65BE}"/>
          </ac:spMkLst>
        </pc:spChg>
        <pc:spChg chg="del mod">
          <ac:chgData name="duansunshine" userId="6354e190-1780-428f-92cf-fd521658376f" providerId="ADAL" clId="{472F9B50-C93A-4BE7-B926-2C330EF6A4CE}" dt="2020-10-31T11:35:03.841" v="3412" actId="478"/>
          <ac:spMkLst>
            <pc:docMk/>
            <pc:sldMk cId="539234843" sldId="3663"/>
            <ac:spMk id="9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11:35:00.476" v="3409" actId="478"/>
          <ac:spMkLst>
            <pc:docMk/>
            <pc:sldMk cId="539234843" sldId="3663"/>
            <ac:spMk id="10" creationId="{00000000-0000-0000-0000-000000000000}"/>
          </ac:spMkLst>
        </pc:spChg>
        <pc:spChg chg="add del">
          <ac:chgData name="duansunshine" userId="6354e190-1780-428f-92cf-fd521658376f" providerId="ADAL" clId="{472F9B50-C93A-4BE7-B926-2C330EF6A4CE}" dt="2020-10-31T11:43:03.436" v="3626"/>
          <ac:spMkLst>
            <pc:docMk/>
            <pc:sldMk cId="539234843" sldId="3663"/>
            <ac:spMk id="16" creationId="{8D567848-E8B8-4BDB-B778-66A62A22E764}"/>
          </ac:spMkLst>
        </pc:spChg>
        <pc:spChg chg="add mod">
          <ac:chgData name="duansunshine" userId="6354e190-1780-428f-92cf-fd521658376f" providerId="ADAL" clId="{472F9B50-C93A-4BE7-B926-2C330EF6A4CE}" dt="2020-10-31T12:52:22.410" v="3887" actId="1076"/>
          <ac:spMkLst>
            <pc:docMk/>
            <pc:sldMk cId="539234843" sldId="3663"/>
            <ac:spMk id="18" creationId="{362926D5-8214-4E02-B802-4D52273B914F}"/>
          </ac:spMkLst>
        </pc:spChg>
        <pc:spChg chg="add mod">
          <ac:chgData name="duansunshine" userId="6354e190-1780-428f-92cf-fd521658376f" providerId="ADAL" clId="{472F9B50-C93A-4BE7-B926-2C330EF6A4CE}" dt="2020-10-31T12:51:50.900" v="3880" actId="1076"/>
          <ac:spMkLst>
            <pc:docMk/>
            <pc:sldMk cId="539234843" sldId="3663"/>
            <ac:spMk id="19" creationId="{E67E3D4B-86C0-417D-9D1A-8B8C48623FC1}"/>
          </ac:spMkLst>
        </pc:spChg>
        <pc:spChg chg="add del">
          <ac:chgData name="duansunshine" userId="6354e190-1780-428f-92cf-fd521658376f" providerId="ADAL" clId="{472F9B50-C93A-4BE7-B926-2C330EF6A4CE}" dt="2020-10-31T11:42:23.890" v="3616"/>
          <ac:spMkLst>
            <pc:docMk/>
            <pc:sldMk cId="539234843" sldId="3663"/>
            <ac:spMk id="20" creationId="{9A799435-F23C-497D-8700-D7B3120FEB6E}"/>
          </ac:spMkLst>
        </pc:spChg>
        <pc:spChg chg="del">
          <ac:chgData name="duansunshine" userId="6354e190-1780-428f-92cf-fd521658376f" providerId="ADAL" clId="{472F9B50-C93A-4BE7-B926-2C330EF6A4CE}" dt="2020-10-31T11:33:15.502" v="3361" actId="478"/>
          <ac:spMkLst>
            <pc:docMk/>
            <pc:sldMk cId="539234843" sldId="3663"/>
            <ac:spMk id="21" creationId="{E62B5415-671F-4A92-9B0F-F853E8899F9D}"/>
          </ac:spMkLst>
        </pc:spChg>
        <pc:spChg chg="add del mod">
          <ac:chgData name="duansunshine" userId="6354e190-1780-428f-92cf-fd521658376f" providerId="ADAL" clId="{472F9B50-C93A-4BE7-B926-2C330EF6A4CE}" dt="2020-10-31T12:47:51.780" v="3808" actId="478"/>
          <ac:spMkLst>
            <pc:docMk/>
            <pc:sldMk cId="539234843" sldId="3663"/>
            <ac:spMk id="24" creationId="{F515BFBD-1536-465C-88B0-84E52CEB358D}"/>
          </ac:spMkLst>
        </pc:spChg>
        <pc:spChg chg="add del mod">
          <ac:chgData name="duansunshine" userId="6354e190-1780-428f-92cf-fd521658376f" providerId="ADAL" clId="{472F9B50-C93A-4BE7-B926-2C330EF6A4CE}" dt="2020-10-31T12:47:49.966" v="3806" actId="478"/>
          <ac:spMkLst>
            <pc:docMk/>
            <pc:sldMk cId="539234843" sldId="3663"/>
            <ac:spMk id="26" creationId="{B931803B-733D-42FE-90B9-219333C303D6}"/>
          </ac:spMkLst>
        </pc:spChg>
        <pc:spChg chg="add mod">
          <ac:chgData name="duansunshine" userId="6354e190-1780-428f-92cf-fd521658376f" providerId="ADAL" clId="{472F9B50-C93A-4BE7-B926-2C330EF6A4CE}" dt="2020-10-31T12:51:56.587" v="3881" actId="1076"/>
          <ac:spMkLst>
            <pc:docMk/>
            <pc:sldMk cId="539234843" sldId="3663"/>
            <ac:spMk id="27" creationId="{A6351125-D96B-4084-AFAC-B45F0EB72810}"/>
          </ac:spMkLst>
        </pc:spChg>
        <pc:spChg chg="add mod">
          <ac:chgData name="duansunshine" userId="6354e190-1780-428f-92cf-fd521658376f" providerId="ADAL" clId="{472F9B50-C93A-4BE7-B926-2C330EF6A4CE}" dt="2020-10-31T12:50:26.277" v="3851" actId="1076"/>
          <ac:spMkLst>
            <pc:docMk/>
            <pc:sldMk cId="539234843" sldId="3663"/>
            <ac:spMk id="28" creationId="{303CF876-C529-4C06-95D4-630C211C8362}"/>
          </ac:spMkLst>
        </pc:spChg>
        <pc:picChg chg="add mod modCrop">
          <ac:chgData name="duansunshine" userId="6354e190-1780-428f-92cf-fd521658376f" providerId="ADAL" clId="{472F9B50-C93A-4BE7-B926-2C330EF6A4CE}" dt="2020-10-31T12:51:23.870" v="3865" actId="1076"/>
          <ac:picMkLst>
            <pc:docMk/>
            <pc:sldMk cId="539234843" sldId="3663"/>
            <ac:picMk id="2" creationId="{D6FE6EED-A0AC-4ED2-A558-952B26D34FF8}"/>
          </ac:picMkLst>
        </pc:picChg>
        <pc:picChg chg="add del mod">
          <ac:chgData name="duansunshine" userId="6354e190-1780-428f-92cf-fd521658376f" providerId="ADAL" clId="{472F9B50-C93A-4BE7-B926-2C330EF6A4CE}" dt="2020-10-31T12:32:11.307" v="3697" actId="478"/>
          <ac:picMkLst>
            <pc:docMk/>
            <pc:sldMk cId="539234843" sldId="3663"/>
            <ac:picMk id="4" creationId="{7E1AA455-9879-45DE-9C06-1EF82232F0BA}"/>
          </ac:picMkLst>
        </pc:picChg>
        <pc:picChg chg="del">
          <ac:chgData name="duansunshine" userId="6354e190-1780-428f-92cf-fd521658376f" providerId="ADAL" clId="{472F9B50-C93A-4BE7-B926-2C330EF6A4CE}" dt="2020-10-31T11:33:15.502" v="3361" actId="478"/>
          <ac:picMkLst>
            <pc:docMk/>
            <pc:sldMk cId="539234843" sldId="3663"/>
            <ac:picMk id="6" creationId="{888AAC3F-0011-4174-AFCA-DB53596D822F}"/>
          </ac:picMkLst>
        </pc:picChg>
        <pc:picChg chg="add mod">
          <ac:chgData name="duansunshine" userId="6354e190-1780-428f-92cf-fd521658376f" providerId="ADAL" clId="{472F9B50-C93A-4BE7-B926-2C330EF6A4CE}" dt="2020-10-31T12:50:39.170" v="3854" actId="1076"/>
          <ac:picMkLst>
            <pc:docMk/>
            <pc:sldMk cId="539234843" sldId="3663"/>
            <ac:picMk id="7" creationId="{D00AC9A0-7FB3-4BFC-BF94-C1F960EEFE58}"/>
          </ac:picMkLst>
        </pc:picChg>
        <pc:picChg chg="del">
          <ac:chgData name="duansunshine" userId="6354e190-1780-428f-92cf-fd521658376f" providerId="ADAL" clId="{472F9B50-C93A-4BE7-B926-2C330EF6A4CE}" dt="2020-10-31T11:33:15.502" v="3361" actId="478"/>
          <ac:picMkLst>
            <pc:docMk/>
            <pc:sldMk cId="539234843" sldId="3663"/>
            <ac:picMk id="8" creationId="{6EAFDBE1-3661-4CF7-B3D2-58877B557882}"/>
          </ac:picMkLst>
        </pc:picChg>
        <pc:picChg chg="add mod">
          <ac:chgData name="duansunshine" userId="6354e190-1780-428f-92cf-fd521658376f" providerId="ADAL" clId="{472F9B50-C93A-4BE7-B926-2C330EF6A4CE}" dt="2020-10-31T12:51:33.798" v="3877" actId="1038"/>
          <ac:picMkLst>
            <pc:docMk/>
            <pc:sldMk cId="539234843" sldId="3663"/>
            <ac:picMk id="13" creationId="{AC64C7EA-3083-4FDB-AE13-CBB60B567296}"/>
          </ac:picMkLst>
        </pc:picChg>
        <pc:picChg chg="add mod">
          <ac:chgData name="duansunshine" userId="6354e190-1780-428f-92cf-fd521658376f" providerId="ADAL" clId="{472F9B50-C93A-4BE7-B926-2C330EF6A4CE}" dt="2020-10-31T12:51:33.798" v="3877" actId="1038"/>
          <ac:picMkLst>
            <pc:docMk/>
            <pc:sldMk cId="539234843" sldId="3663"/>
            <ac:picMk id="22" creationId="{6D8861B7-F4DA-43DA-BE9E-53BBD23A8EE5}"/>
          </ac:picMkLst>
        </pc:picChg>
        <pc:cxnChg chg="del">
          <ac:chgData name="duansunshine" userId="6354e190-1780-428f-92cf-fd521658376f" providerId="ADAL" clId="{472F9B50-C93A-4BE7-B926-2C330EF6A4CE}" dt="2020-10-31T11:35:02.175" v="3411" actId="478"/>
          <ac:cxnSpMkLst>
            <pc:docMk/>
            <pc:sldMk cId="539234843" sldId="3663"/>
            <ac:cxnSpMk id="11" creationId="{00000000-0000-0000-0000-000000000000}"/>
          </ac:cxnSpMkLst>
        </pc:cxnChg>
        <pc:cxnChg chg="del">
          <ac:chgData name="duansunshine" userId="6354e190-1780-428f-92cf-fd521658376f" providerId="ADAL" clId="{472F9B50-C93A-4BE7-B926-2C330EF6A4CE}" dt="2020-10-31T11:35:00.476" v="3409" actId="478"/>
          <ac:cxnSpMkLst>
            <pc:docMk/>
            <pc:sldMk cId="539234843" sldId="3663"/>
            <ac:cxnSpMk id="12" creationId="{00000000-0000-0000-0000-000000000000}"/>
          </ac:cxnSpMkLst>
        </pc:cxnChg>
        <pc:cxnChg chg="del">
          <ac:chgData name="duansunshine" userId="6354e190-1780-428f-92cf-fd521658376f" providerId="ADAL" clId="{472F9B50-C93A-4BE7-B926-2C330EF6A4CE}" dt="2020-10-31T11:33:15.502" v="3361" actId="478"/>
          <ac:cxnSpMkLst>
            <pc:docMk/>
            <pc:sldMk cId="539234843" sldId="3663"/>
            <ac:cxnSpMk id="23" creationId="{756F9417-F436-4CCF-8E1A-3A4B1BE5B22E}"/>
          </ac:cxnSpMkLst>
        </pc:cxnChg>
        <pc:cxnChg chg="del">
          <ac:chgData name="duansunshine" userId="6354e190-1780-428f-92cf-fd521658376f" providerId="ADAL" clId="{472F9B50-C93A-4BE7-B926-2C330EF6A4CE}" dt="2020-10-31T11:33:15.502" v="3361" actId="478"/>
          <ac:cxnSpMkLst>
            <pc:docMk/>
            <pc:sldMk cId="539234843" sldId="3663"/>
            <ac:cxnSpMk id="25" creationId="{0ACD7E29-9DF7-47E6-BE03-4C44D596EA0C}"/>
          </ac:cxnSpMkLst>
        </pc:cxnChg>
        <pc:cxnChg chg="add mod">
          <ac:chgData name="duansunshine" userId="6354e190-1780-428f-92cf-fd521658376f" providerId="ADAL" clId="{472F9B50-C93A-4BE7-B926-2C330EF6A4CE}" dt="2020-10-31T12:51:18.991" v="3863" actId="208"/>
          <ac:cxnSpMkLst>
            <pc:docMk/>
            <pc:sldMk cId="539234843" sldId="3663"/>
            <ac:cxnSpMk id="30" creationId="{921BE459-887A-48F8-A9EF-925B8A19579B}"/>
          </ac:cxnSpMkLst>
        </pc:cxnChg>
        <pc:cxnChg chg="add mod">
          <ac:chgData name="duansunshine" userId="6354e190-1780-428f-92cf-fd521658376f" providerId="ADAL" clId="{472F9B50-C93A-4BE7-B926-2C330EF6A4CE}" dt="2020-10-31T12:51:50.900" v="3880" actId="1076"/>
          <ac:cxnSpMkLst>
            <pc:docMk/>
            <pc:sldMk cId="539234843" sldId="3663"/>
            <ac:cxnSpMk id="35" creationId="{88317113-A16D-49E2-AA0F-CDE63CEB153B}"/>
          </ac:cxnSpMkLst>
        </pc:cxnChg>
        <pc:cxnChg chg="add mod">
          <ac:chgData name="duansunshine" userId="6354e190-1780-428f-92cf-fd521658376f" providerId="ADAL" clId="{472F9B50-C93A-4BE7-B926-2C330EF6A4CE}" dt="2020-10-31T12:51:56.587" v="3881" actId="1076"/>
          <ac:cxnSpMkLst>
            <pc:docMk/>
            <pc:sldMk cId="539234843" sldId="3663"/>
            <ac:cxnSpMk id="37" creationId="{FF0E6E27-8D69-4288-BD26-CAEDE71858BC}"/>
          </ac:cxnSpMkLst>
        </pc:cxnChg>
        <pc:cxnChg chg="add mod">
          <ac:chgData name="duansunshine" userId="6354e190-1780-428f-92cf-fd521658376f" providerId="ADAL" clId="{472F9B50-C93A-4BE7-B926-2C330EF6A4CE}" dt="2020-10-31T12:51:56.587" v="3881" actId="1076"/>
          <ac:cxnSpMkLst>
            <pc:docMk/>
            <pc:sldMk cId="539234843" sldId="3663"/>
            <ac:cxnSpMk id="40" creationId="{141E68FC-4E70-4391-8DA4-88A9A1864A35}"/>
          </ac:cxnSpMkLst>
        </pc:cxnChg>
      </pc:sldChg>
      <pc:sldChg chg="delSp modSp add del">
        <pc:chgData name="duansunshine" userId="6354e190-1780-428f-92cf-fd521658376f" providerId="ADAL" clId="{472F9B50-C93A-4BE7-B926-2C330EF6A4CE}" dt="2020-10-31T05:43:09.518" v="699" actId="2696"/>
        <pc:sldMkLst>
          <pc:docMk/>
          <pc:sldMk cId="1074363794" sldId="3664"/>
        </pc:sldMkLst>
        <pc:spChg chg="mod">
          <ac:chgData name="duansunshine" userId="6354e190-1780-428f-92cf-fd521658376f" providerId="ADAL" clId="{472F9B50-C93A-4BE7-B926-2C330EF6A4CE}" dt="2020-10-31T05:31:55.119" v="313" actId="1038"/>
          <ac:spMkLst>
            <pc:docMk/>
            <pc:sldMk cId="1074363794" sldId="3664"/>
            <ac:spMk id="2" creationId="{296104A9-EA08-4D7A-9539-FFDEAAEEB590}"/>
          </ac:spMkLst>
        </pc:spChg>
        <pc:spChg chg="mod">
          <ac:chgData name="duansunshine" userId="6354e190-1780-428f-92cf-fd521658376f" providerId="ADAL" clId="{472F9B50-C93A-4BE7-B926-2C330EF6A4CE}" dt="2020-10-31T05:31:55.119" v="313" actId="1038"/>
          <ac:spMkLst>
            <pc:docMk/>
            <pc:sldMk cId="1074363794" sldId="3664"/>
            <ac:spMk id="3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05:31:55.119" v="313" actId="1038"/>
          <ac:spMkLst>
            <pc:docMk/>
            <pc:sldMk cId="1074363794" sldId="3664"/>
            <ac:spMk id="4" creationId="{F702DD55-8A57-42A1-8730-D4A17231275A}"/>
          </ac:spMkLst>
        </pc:spChg>
        <pc:spChg chg="mod">
          <ac:chgData name="duansunshine" userId="6354e190-1780-428f-92cf-fd521658376f" providerId="ADAL" clId="{472F9B50-C93A-4BE7-B926-2C330EF6A4CE}" dt="2020-10-31T05:31:55.119" v="313" actId="1038"/>
          <ac:spMkLst>
            <pc:docMk/>
            <pc:sldMk cId="1074363794" sldId="3664"/>
            <ac:spMk id="5" creationId="{AA454088-B53D-484B-97C4-377B898B3FFB}"/>
          </ac:spMkLst>
        </pc:spChg>
        <pc:spChg chg="mod">
          <ac:chgData name="duansunshine" userId="6354e190-1780-428f-92cf-fd521658376f" providerId="ADAL" clId="{472F9B50-C93A-4BE7-B926-2C330EF6A4CE}" dt="2020-10-31T05:31:55.119" v="313" actId="1038"/>
          <ac:spMkLst>
            <pc:docMk/>
            <pc:sldMk cId="1074363794" sldId="3664"/>
            <ac:spMk id="13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05:31:55.119" v="313" actId="1038"/>
          <ac:spMkLst>
            <pc:docMk/>
            <pc:sldMk cId="1074363794" sldId="3664"/>
            <ac:spMk id="37" creationId="{00000000-0000-0000-0000-000000000000}"/>
          </ac:spMkLst>
        </pc:spChg>
        <pc:picChg chg="del">
          <ac:chgData name="duansunshine" userId="6354e190-1780-428f-92cf-fd521658376f" providerId="ADAL" clId="{472F9B50-C93A-4BE7-B926-2C330EF6A4CE}" dt="2020-10-31T05:31:35.950" v="220" actId="478"/>
          <ac:picMkLst>
            <pc:docMk/>
            <pc:sldMk cId="1074363794" sldId="3664"/>
            <ac:picMk id="22" creationId="{00000000-0000-0000-0000-000000000000}"/>
          </ac:picMkLst>
        </pc:picChg>
        <pc:cxnChg chg="mod">
          <ac:chgData name="duansunshine" userId="6354e190-1780-428f-92cf-fd521658376f" providerId="ADAL" clId="{472F9B50-C93A-4BE7-B926-2C330EF6A4CE}" dt="2020-10-31T05:31:55.119" v="313" actId="1038"/>
          <ac:cxnSpMkLst>
            <pc:docMk/>
            <pc:sldMk cId="1074363794" sldId="3664"/>
            <ac:cxnSpMk id="10" creationId="{00000000-0000-0000-0000-000000000000}"/>
          </ac:cxnSpMkLst>
        </pc:cxnChg>
        <pc:cxnChg chg="mod">
          <ac:chgData name="duansunshine" userId="6354e190-1780-428f-92cf-fd521658376f" providerId="ADAL" clId="{472F9B50-C93A-4BE7-B926-2C330EF6A4CE}" dt="2020-10-31T05:31:55.119" v="313" actId="1038"/>
          <ac:cxnSpMkLst>
            <pc:docMk/>
            <pc:sldMk cId="1074363794" sldId="3664"/>
            <ac:cxnSpMk id="19" creationId="{B6CA1A77-E7F8-48DE-90BD-B969811A8674}"/>
          </ac:cxnSpMkLst>
        </pc:cxnChg>
        <pc:cxnChg chg="mod">
          <ac:chgData name="duansunshine" userId="6354e190-1780-428f-92cf-fd521658376f" providerId="ADAL" clId="{472F9B50-C93A-4BE7-B926-2C330EF6A4CE}" dt="2020-10-31T05:31:55.119" v="313" actId="1038"/>
          <ac:cxnSpMkLst>
            <pc:docMk/>
            <pc:sldMk cId="1074363794" sldId="3664"/>
            <ac:cxnSpMk id="48" creationId="{00000000-0000-0000-0000-000000000000}"/>
          </ac:cxnSpMkLst>
        </pc:cxnChg>
      </pc:sldChg>
      <pc:sldChg chg="addSp delSp modSp add delAnim">
        <pc:chgData name="duansunshine" userId="6354e190-1780-428f-92cf-fd521658376f" providerId="ADAL" clId="{472F9B50-C93A-4BE7-B926-2C330EF6A4CE}" dt="2020-10-31T09:04:34.236" v="2719" actId="20577"/>
        <pc:sldMkLst>
          <pc:docMk/>
          <pc:sldMk cId="3687185034" sldId="3664"/>
        </pc:sldMkLst>
        <pc:spChg chg="del">
          <ac:chgData name="duansunshine" userId="6354e190-1780-428f-92cf-fd521658376f" providerId="ADAL" clId="{472F9B50-C93A-4BE7-B926-2C330EF6A4CE}" dt="2020-10-31T08:38:52.967" v="2386" actId="478"/>
          <ac:spMkLst>
            <pc:docMk/>
            <pc:sldMk cId="3687185034" sldId="3664"/>
            <ac:spMk id="11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08:38:54.560" v="2387" actId="478"/>
          <ac:spMkLst>
            <pc:docMk/>
            <pc:sldMk cId="3687185034" sldId="3664"/>
            <ac:spMk id="16" creationId="{F020567F-8A65-41EF-8969-FD2EDFACB5EC}"/>
          </ac:spMkLst>
        </pc:spChg>
        <pc:spChg chg="mod">
          <ac:chgData name="duansunshine" userId="6354e190-1780-428f-92cf-fd521658376f" providerId="ADAL" clId="{472F9B50-C93A-4BE7-B926-2C330EF6A4CE}" dt="2020-10-31T09:04:34.236" v="2719" actId="20577"/>
          <ac:spMkLst>
            <pc:docMk/>
            <pc:sldMk cId="3687185034" sldId="3664"/>
            <ac:spMk id="29" creationId="{00000000-0000-0000-0000-000000000000}"/>
          </ac:spMkLst>
        </pc:spChg>
        <pc:grpChg chg="del">
          <ac:chgData name="duansunshine" userId="6354e190-1780-428f-92cf-fd521658376f" providerId="ADAL" clId="{472F9B50-C93A-4BE7-B926-2C330EF6A4CE}" dt="2020-10-31T08:39:46.153" v="2391" actId="478"/>
          <ac:grpSpMkLst>
            <pc:docMk/>
            <pc:sldMk cId="3687185034" sldId="3664"/>
            <ac:grpSpMk id="25" creationId="{71438B5C-FA80-4F9F-9A1F-A418441816F0}"/>
          </ac:grpSpMkLst>
        </pc:grpChg>
        <pc:grpChg chg="del">
          <ac:chgData name="duansunshine" userId="6354e190-1780-428f-92cf-fd521658376f" providerId="ADAL" clId="{472F9B50-C93A-4BE7-B926-2C330EF6A4CE}" dt="2020-10-31T08:39:47.946" v="2392" actId="478"/>
          <ac:grpSpMkLst>
            <pc:docMk/>
            <pc:sldMk cId="3687185034" sldId="3664"/>
            <ac:grpSpMk id="32" creationId="{09D0AB6B-9D0F-4555-82FC-3E9D8CD63067}"/>
          </ac:grpSpMkLst>
        </pc:grpChg>
        <pc:grpChg chg="del">
          <ac:chgData name="duansunshine" userId="6354e190-1780-428f-92cf-fd521658376f" providerId="ADAL" clId="{472F9B50-C93A-4BE7-B926-2C330EF6A4CE}" dt="2020-10-31T08:39:46.153" v="2391" actId="478"/>
          <ac:grpSpMkLst>
            <pc:docMk/>
            <pc:sldMk cId="3687185034" sldId="3664"/>
            <ac:grpSpMk id="38" creationId="{1C0B8FAC-2774-4AD5-913D-4E62DC6A106E}"/>
          </ac:grpSpMkLst>
        </pc:grpChg>
        <pc:picChg chg="add del mod">
          <ac:chgData name="duansunshine" userId="6354e190-1780-428f-92cf-fd521658376f" providerId="ADAL" clId="{472F9B50-C93A-4BE7-B926-2C330EF6A4CE}" dt="2020-10-31T08:45:02.110" v="2439" actId="478"/>
          <ac:picMkLst>
            <pc:docMk/>
            <pc:sldMk cId="3687185034" sldId="3664"/>
            <ac:picMk id="2" creationId="{DF84FC7E-FF68-44B1-AF5E-05D652D27506}"/>
          </ac:picMkLst>
        </pc:picChg>
        <pc:picChg chg="add">
          <ac:chgData name="duansunshine" userId="6354e190-1780-428f-92cf-fd521658376f" providerId="ADAL" clId="{472F9B50-C93A-4BE7-B926-2C330EF6A4CE}" dt="2020-10-31T08:45:02.624" v="2440"/>
          <ac:picMkLst>
            <pc:docMk/>
            <pc:sldMk cId="3687185034" sldId="3664"/>
            <ac:picMk id="18" creationId="{E2C4958C-207A-4D67-ACBB-5F61EE7C3828}"/>
          </ac:picMkLst>
        </pc:picChg>
      </pc:sldChg>
      <pc:sldChg chg="addSp delSp modSp add delAnim modAnim">
        <pc:chgData name="duansunshine" userId="6354e190-1780-428f-92cf-fd521658376f" providerId="ADAL" clId="{472F9B50-C93A-4BE7-B926-2C330EF6A4CE}" dt="2020-10-31T10:32:24.538" v="2850" actId="20577"/>
        <pc:sldMkLst>
          <pc:docMk/>
          <pc:sldMk cId="569484004" sldId="3665"/>
        </pc:sldMkLst>
        <pc:spChg chg="del">
          <ac:chgData name="duansunshine" userId="6354e190-1780-428f-92cf-fd521658376f" providerId="ADAL" clId="{472F9B50-C93A-4BE7-B926-2C330EF6A4CE}" dt="2020-10-31T08:51:43.352" v="2509" actId="478"/>
          <ac:spMkLst>
            <pc:docMk/>
            <pc:sldMk cId="569484004" sldId="3665"/>
            <ac:spMk id="11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08:51:45.205" v="2510" actId="478"/>
          <ac:spMkLst>
            <pc:docMk/>
            <pc:sldMk cId="569484004" sldId="3665"/>
            <ac:spMk id="16" creationId="{F020567F-8A65-41EF-8969-FD2EDFACB5EC}"/>
          </ac:spMkLst>
        </pc:spChg>
        <pc:spChg chg="mod">
          <ac:chgData name="duansunshine" userId="6354e190-1780-428f-92cf-fd521658376f" providerId="ADAL" clId="{472F9B50-C93A-4BE7-B926-2C330EF6A4CE}" dt="2020-10-31T10:32:24.538" v="2850" actId="20577"/>
          <ac:spMkLst>
            <pc:docMk/>
            <pc:sldMk cId="569484004" sldId="3665"/>
            <ac:spMk id="29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09:07:25.334" v="2732" actId="207"/>
          <ac:spMkLst>
            <pc:docMk/>
            <pc:sldMk cId="569484004" sldId="3665"/>
            <ac:spMk id="31" creationId="{CA64E240-F8ED-471F-B366-4FF31946B05E}"/>
          </ac:spMkLst>
        </pc:spChg>
        <pc:spChg chg="mod">
          <ac:chgData name="duansunshine" userId="6354e190-1780-428f-92cf-fd521658376f" providerId="ADAL" clId="{472F9B50-C93A-4BE7-B926-2C330EF6A4CE}" dt="2020-10-31T08:57:17.707" v="2599" actId="20577"/>
          <ac:spMkLst>
            <pc:docMk/>
            <pc:sldMk cId="569484004" sldId="3665"/>
            <ac:spMk id="33" creationId="{37FAF32E-3C6C-42B4-9CBF-8C063DE699CC}"/>
          </ac:spMkLst>
        </pc:spChg>
        <pc:spChg chg="mod">
          <ac:chgData name="duansunshine" userId="6354e190-1780-428f-92cf-fd521658376f" providerId="ADAL" clId="{472F9B50-C93A-4BE7-B926-2C330EF6A4CE}" dt="2020-10-31T08:52:07.646" v="2525" actId="207"/>
          <ac:spMkLst>
            <pc:docMk/>
            <pc:sldMk cId="569484004" sldId="3665"/>
            <ac:spMk id="34" creationId="{973E074D-3A51-4166-AA9D-C2FF4C871884}"/>
          </ac:spMkLst>
        </pc:spChg>
        <pc:spChg chg="add mod">
          <ac:chgData name="duansunshine" userId="6354e190-1780-428f-92cf-fd521658376f" providerId="ADAL" clId="{472F9B50-C93A-4BE7-B926-2C330EF6A4CE}" dt="2020-10-31T09:11:07.151" v="2780" actId="1076"/>
          <ac:spMkLst>
            <pc:docMk/>
            <pc:sldMk cId="569484004" sldId="3665"/>
            <ac:spMk id="36" creationId="{960BAD73-178C-4239-9487-DB9F48AB2FFD}"/>
          </ac:spMkLst>
        </pc:spChg>
        <pc:spChg chg="add mod">
          <ac:chgData name="duansunshine" userId="6354e190-1780-428f-92cf-fd521658376f" providerId="ADAL" clId="{472F9B50-C93A-4BE7-B926-2C330EF6A4CE}" dt="2020-10-31T09:09:25.541" v="2755" actId="1076"/>
          <ac:spMkLst>
            <pc:docMk/>
            <pc:sldMk cId="569484004" sldId="3665"/>
            <ac:spMk id="37" creationId="{EE83C9B5-3352-4549-8C97-C9B8D015A802}"/>
          </ac:spMkLst>
        </pc:spChg>
        <pc:spChg chg="mod">
          <ac:chgData name="duansunshine" userId="6354e190-1780-428f-92cf-fd521658376f" providerId="ADAL" clId="{472F9B50-C93A-4BE7-B926-2C330EF6A4CE}" dt="2020-10-31T08:52:04.560" v="2524" actId="207"/>
          <ac:spMkLst>
            <pc:docMk/>
            <pc:sldMk cId="569484004" sldId="3665"/>
            <ac:spMk id="40" creationId="{07DEC059-CCB2-4994-BF6E-4A5706BD9AA8}"/>
          </ac:spMkLst>
        </pc:spChg>
        <pc:grpChg chg="mod">
          <ac:chgData name="duansunshine" userId="6354e190-1780-428f-92cf-fd521658376f" providerId="ADAL" clId="{472F9B50-C93A-4BE7-B926-2C330EF6A4CE}" dt="2020-10-31T09:07:25.334" v="2732" actId="207"/>
          <ac:grpSpMkLst>
            <pc:docMk/>
            <pc:sldMk cId="569484004" sldId="3665"/>
            <ac:grpSpMk id="25" creationId="{71438B5C-FA80-4F9F-9A1F-A418441816F0}"/>
          </ac:grpSpMkLst>
        </pc:grpChg>
        <pc:grpChg chg="mod">
          <ac:chgData name="duansunshine" userId="6354e190-1780-428f-92cf-fd521658376f" providerId="ADAL" clId="{472F9B50-C93A-4BE7-B926-2C330EF6A4CE}" dt="2020-10-31T09:05:44.812" v="2731" actId="1035"/>
          <ac:grpSpMkLst>
            <pc:docMk/>
            <pc:sldMk cId="569484004" sldId="3665"/>
            <ac:grpSpMk id="32" creationId="{09D0AB6B-9D0F-4555-82FC-3E9D8CD63067}"/>
          </ac:grpSpMkLst>
        </pc:grpChg>
        <pc:grpChg chg="mod">
          <ac:chgData name="duansunshine" userId="6354e190-1780-428f-92cf-fd521658376f" providerId="ADAL" clId="{472F9B50-C93A-4BE7-B926-2C330EF6A4CE}" dt="2020-10-31T09:05:44.812" v="2731" actId="1035"/>
          <ac:grpSpMkLst>
            <pc:docMk/>
            <pc:sldMk cId="569484004" sldId="3665"/>
            <ac:grpSpMk id="38" creationId="{1C0B8FAC-2774-4AD5-913D-4E62DC6A106E}"/>
          </ac:grpSpMkLst>
        </pc:grpChg>
        <pc:cxnChg chg="add del mod">
          <ac:chgData name="duansunshine" userId="6354e190-1780-428f-92cf-fd521658376f" providerId="ADAL" clId="{472F9B50-C93A-4BE7-B926-2C330EF6A4CE}" dt="2020-10-31T08:46:23.703" v="2450" actId="478"/>
          <ac:cxnSpMkLst>
            <pc:docMk/>
            <pc:sldMk cId="569484004" sldId="3665"/>
            <ac:cxnSpMk id="3" creationId="{78AED4F5-D088-4806-98D4-4F59362C8438}"/>
          </ac:cxnSpMkLst>
        </pc:cxnChg>
        <pc:cxnChg chg="add del mod">
          <ac:chgData name="duansunshine" userId="6354e190-1780-428f-92cf-fd521658376f" providerId="ADAL" clId="{472F9B50-C93A-4BE7-B926-2C330EF6A4CE}" dt="2020-10-31T09:09:28.867" v="2756" actId="478"/>
          <ac:cxnSpMkLst>
            <pc:docMk/>
            <pc:sldMk cId="569484004" sldId="3665"/>
            <ac:cxnSpMk id="8" creationId="{786860AE-D360-4601-9AE3-07BB4F699D93}"/>
          </ac:cxnSpMkLst>
        </pc:cxnChg>
        <pc:cxnChg chg="add mod">
          <ac:chgData name="duansunshine" userId="6354e190-1780-428f-92cf-fd521658376f" providerId="ADAL" clId="{472F9B50-C93A-4BE7-B926-2C330EF6A4CE}" dt="2020-10-31T09:09:21.839" v="2754" actId="13822"/>
          <ac:cxnSpMkLst>
            <pc:docMk/>
            <pc:sldMk cId="569484004" sldId="3665"/>
            <ac:cxnSpMk id="10" creationId="{C6883099-7082-43C3-A72F-C1357291D965}"/>
          </ac:cxnSpMkLst>
        </pc:cxnChg>
        <pc:cxnChg chg="add mod">
          <ac:chgData name="duansunshine" userId="6354e190-1780-428f-92cf-fd521658376f" providerId="ADAL" clId="{472F9B50-C93A-4BE7-B926-2C330EF6A4CE}" dt="2020-10-31T09:11:12.622" v="2781" actId="13822"/>
          <ac:cxnSpMkLst>
            <pc:docMk/>
            <pc:sldMk cId="569484004" sldId="3665"/>
            <ac:cxnSpMk id="13" creationId="{8CAECFC7-D6A8-4D33-8922-1A453B4C7E2E}"/>
          </ac:cxnSpMkLst>
        </pc:cxnChg>
        <pc:cxnChg chg="add mod">
          <ac:chgData name="duansunshine" userId="6354e190-1780-428f-92cf-fd521658376f" providerId="ADAL" clId="{472F9B50-C93A-4BE7-B926-2C330EF6A4CE}" dt="2020-10-31T09:11:12.622" v="2781" actId="13822"/>
          <ac:cxnSpMkLst>
            <pc:docMk/>
            <pc:sldMk cId="569484004" sldId="3665"/>
            <ac:cxnSpMk id="18" creationId="{5FCDFA35-B723-49C4-AEC8-A3C58A6EF457}"/>
          </ac:cxnSpMkLst>
        </pc:cxnChg>
        <pc:cxnChg chg="add mod">
          <ac:chgData name="duansunshine" userId="6354e190-1780-428f-92cf-fd521658376f" providerId="ADAL" clId="{472F9B50-C93A-4BE7-B926-2C330EF6A4CE}" dt="2020-10-31T09:11:12.622" v="2781" actId="13822"/>
          <ac:cxnSpMkLst>
            <pc:docMk/>
            <pc:sldMk cId="569484004" sldId="3665"/>
            <ac:cxnSpMk id="20" creationId="{B2DA802D-3713-4EC0-A38C-966A15246020}"/>
          </ac:cxnSpMkLst>
        </pc:cxnChg>
        <pc:cxnChg chg="add del mod">
          <ac:chgData name="duansunshine" userId="6354e190-1780-428f-92cf-fd521658376f" providerId="ADAL" clId="{472F9B50-C93A-4BE7-B926-2C330EF6A4CE}" dt="2020-10-31T09:09:48.629" v="2760" actId="478"/>
          <ac:cxnSpMkLst>
            <pc:docMk/>
            <pc:sldMk cId="569484004" sldId="3665"/>
            <ac:cxnSpMk id="24" creationId="{A760464B-6F88-420B-8F9D-97109AD69648}"/>
          </ac:cxnSpMkLst>
        </pc:cxnChg>
        <pc:cxnChg chg="add del mod">
          <ac:chgData name="duansunshine" userId="6354e190-1780-428f-92cf-fd521658376f" providerId="ADAL" clId="{472F9B50-C93A-4BE7-B926-2C330EF6A4CE}" dt="2020-10-31T09:09:49.477" v="2761" actId="478"/>
          <ac:cxnSpMkLst>
            <pc:docMk/>
            <pc:sldMk cId="569484004" sldId="3665"/>
            <ac:cxnSpMk id="35" creationId="{5A43FF98-6E7B-463C-8639-F871375719AC}"/>
          </ac:cxnSpMkLst>
        </pc:cxnChg>
      </pc:sldChg>
      <pc:sldChg chg="addSp delSp modSp add delAnim modAnim">
        <pc:chgData name="duansunshine" userId="6354e190-1780-428f-92cf-fd521658376f" providerId="ADAL" clId="{472F9B50-C93A-4BE7-B926-2C330EF6A4CE}" dt="2020-10-31T09:05:08.050" v="2720"/>
        <pc:sldMkLst>
          <pc:docMk/>
          <pc:sldMk cId="3567670150" sldId="3666"/>
        </pc:sldMkLst>
        <pc:spChg chg="add mod">
          <ac:chgData name="duansunshine" userId="6354e190-1780-428f-92cf-fd521658376f" providerId="ADAL" clId="{472F9B50-C93A-4BE7-B926-2C330EF6A4CE}" dt="2020-10-31T08:43:47.893" v="2427" actId="1076"/>
          <ac:spMkLst>
            <pc:docMk/>
            <pc:sldMk cId="3567670150" sldId="3666"/>
            <ac:spMk id="3" creationId="{777DC500-636D-4F0E-850F-153D834BC4B5}"/>
          </ac:spMkLst>
        </pc:spChg>
        <pc:spChg chg="add del mod">
          <ac:chgData name="duansunshine" userId="6354e190-1780-428f-92cf-fd521658376f" providerId="ADAL" clId="{472F9B50-C93A-4BE7-B926-2C330EF6A4CE}" dt="2020-10-31T08:45:25.642" v="2444" actId="478"/>
          <ac:spMkLst>
            <pc:docMk/>
            <pc:sldMk cId="3567670150" sldId="3666"/>
            <ac:spMk id="7" creationId="{0259FA4A-4233-461B-87AA-9E55A119AC68}"/>
          </ac:spMkLst>
        </pc:spChg>
        <pc:spChg chg="add mod">
          <ac:chgData name="duansunshine" userId="6354e190-1780-428f-92cf-fd521658376f" providerId="ADAL" clId="{472F9B50-C93A-4BE7-B926-2C330EF6A4CE}" dt="2020-10-31T09:05:08.050" v="2720"/>
          <ac:spMkLst>
            <pc:docMk/>
            <pc:sldMk cId="3567670150" sldId="3666"/>
            <ac:spMk id="10" creationId="{B3830976-EE9D-41B7-8F3F-8D61B98D58BB}"/>
          </ac:spMkLst>
        </pc:spChg>
        <pc:spChg chg="add">
          <ac:chgData name="duansunshine" userId="6354e190-1780-428f-92cf-fd521658376f" providerId="ADAL" clId="{472F9B50-C93A-4BE7-B926-2C330EF6A4CE}" dt="2020-10-31T08:42:08.922" v="2407"/>
          <ac:spMkLst>
            <pc:docMk/>
            <pc:sldMk cId="3567670150" sldId="3666"/>
            <ac:spMk id="11" creationId="{E49C8708-9526-4D72-871C-68B77C3992A4}"/>
          </ac:spMkLst>
        </pc:spChg>
        <pc:spChg chg="add del mod">
          <ac:chgData name="duansunshine" userId="6354e190-1780-428f-92cf-fd521658376f" providerId="ADAL" clId="{472F9B50-C93A-4BE7-B926-2C330EF6A4CE}" dt="2020-10-31T08:44:35.503" v="2435" actId="478"/>
          <ac:spMkLst>
            <pc:docMk/>
            <pc:sldMk cId="3567670150" sldId="3666"/>
            <ac:spMk id="12" creationId="{EAA63B57-DD5C-4DB5-83F7-89460A3F3D9A}"/>
          </ac:spMkLst>
        </pc:spChg>
        <pc:spChg chg="add mod">
          <ac:chgData name="duansunshine" userId="6354e190-1780-428f-92cf-fd521658376f" providerId="ADAL" clId="{472F9B50-C93A-4BE7-B926-2C330EF6A4CE}" dt="2020-10-31T08:43:32.350" v="2423" actId="1076"/>
          <ac:spMkLst>
            <pc:docMk/>
            <pc:sldMk cId="3567670150" sldId="3666"/>
            <ac:spMk id="14" creationId="{825B5D40-2B1E-4FDC-AA25-DF2EAE73C7C3}"/>
          </ac:spMkLst>
        </pc:spChg>
        <pc:spChg chg="add del mod">
          <ac:chgData name="duansunshine" userId="6354e190-1780-428f-92cf-fd521658376f" providerId="ADAL" clId="{472F9B50-C93A-4BE7-B926-2C330EF6A4CE}" dt="2020-10-31T08:45:24.094" v="2443" actId="478"/>
          <ac:spMkLst>
            <pc:docMk/>
            <pc:sldMk cId="3567670150" sldId="3666"/>
            <ac:spMk id="15" creationId="{55AAD343-1660-4DFC-BC7B-BF1404AB9460}"/>
          </ac:spMkLst>
        </pc:spChg>
        <pc:spChg chg="del">
          <ac:chgData name="duansunshine" userId="6354e190-1780-428f-92cf-fd521658376f" providerId="ADAL" clId="{472F9B50-C93A-4BE7-B926-2C330EF6A4CE}" dt="2020-10-31T08:42:08.605" v="2406" actId="478"/>
          <ac:spMkLst>
            <pc:docMk/>
            <pc:sldMk cId="3567670150" sldId="3666"/>
            <ac:spMk id="29" creationId="{00000000-0000-0000-0000-000000000000}"/>
          </ac:spMkLst>
        </pc:spChg>
        <pc:spChg chg="del">
          <ac:chgData name="duansunshine" userId="6354e190-1780-428f-92cf-fd521658376f" providerId="ADAL" clId="{472F9B50-C93A-4BE7-B926-2C330EF6A4CE}" dt="2020-10-31T08:42:08.605" v="2406" actId="478"/>
          <ac:spMkLst>
            <pc:docMk/>
            <pc:sldMk cId="3567670150" sldId="3666"/>
            <ac:spMk id="30" creationId="{00000000-0000-0000-0000-000000000000}"/>
          </ac:spMkLst>
        </pc:spChg>
        <pc:picChg chg="mod ord">
          <ac:chgData name="duansunshine" userId="6354e190-1780-428f-92cf-fd521658376f" providerId="ADAL" clId="{472F9B50-C93A-4BE7-B926-2C330EF6A4CE}" dt="2020-10-31T08:43:06.335" v="2418" actId="167"/>
          <ac:picMkLst>
            <pc:docMk/>
            <pc:sldMk cId="3567670150" sldId="3666"/>
            <ac:picMk id="2" creationId="{DF84FC7E-FF68-44B1-AF5E-05D652D27506}"/>
          </ac:picMkLst>
        </pc:picChg>
        <pc:cxnChg chg="add">
          <ac:chgData name="duansunshine" userId="6354e190-1780-428f-92cf-fd521658376f" providerId="ADAL" clId="{472F9B50-C93A-4BE7-B926-2C330EF6A4CE}" dt="2020-10-31T08:42:08.922" v="2407"/>
          <ac:cxnSpMkLst>
            <pc:docMk/>
            <pc:sldMk cId="3567670150" sldId="3666"/>
            <ac:cxnSpMk id="8" creationId="{F36EE31C-91DF-49A7-91A9-4680B48E7714}"/>
          </ac:cxnSpMkLst>
        </pc:cxnChg>
        <pc:cxnChg chg="add">
          <ac:chgData name="duansunshine" userId="6354e190-1780-428f-92cf-fd521658376f" providerId="ADAL" clId="{472F9B50-C93A-4BE7-B926-2C330EF6A4CE}" dt="2020-10-31T08:42:08.922" v="2407"/>
          <ac:cxnSpMkLst>
            <pc:docMk/>
            <pc:sldMk cId="3567670150" sldId="3666"/>
            <ac:cxnSpMk id="9" creationId="{0ACEBD8E-3684-4D78-A3D4-2CEB7B1867A3}"/>
          </ac:cxnSpMkLst>
        </pc:cxnChg>
        <pc:cxnChg chg="del">
          <ac:chgData name="duansunshine" userId="6354e190-1780-428f-92cf-fd521658376f" providerId="ADAL" clId="{472F9B50-C93A-4BE7-B926-2C330EF6A4CE}" dt="2020-10-31T08:42:08.605" v="2406" actId="478"/>
          <ac:cxnSpMkLst>
            <pc:docMk/>
            <pc:sldMk cId="3567670150" sldId="3666"/>
            <ac:cxnSpMk id="27" creationId="{00000000-0000-0000-0000-000000000000}"/>
          </ac:cxnSpMkLst>
        </pc:cxnChg>
        <pc:cxnChg chg="del">
          <ac:chgData name="duansunshine" userId="6354e190-1780-428f-92cf-fd521658376f" providerId="ADAL" clId="{472F9B50-C93A-4BE7-B926-2C330EF6A4CE}" dt="2020-10-31T08:42:08.605" v="2406" actId="478"/>
          <ac:cxnSpMkLst>
            <pc:docMk/>
            <pc:sldMk cId="3567670150" sldId="3666"/>
            <ac:cxnSpMk id="28" creationId="{00000000-0000-0000-0000-000000000000}"/>
          </ac:cxnSpMkLst>
        </pc:cxnChg>
      </pc:sldChg>
      <pc:sldChg chg="modSp add">
        <pc:chgData name="duansunshine" userId="6354e190-1780-428f-92cf-fd521658376f" providerId="ADAL" clId="{472F9B50-C93A-4BE7-B926-2C330EF6A4CE}" dt="2020-10-31T09:05:33.612" v="2721"/>
        <pc:sldMkLst>
          <pc:docMk/>
          <pc:sldMk cId="3476751881" sldId="3667"/>
        </pc:sldMkLst>
        <pc:spChg chg="mod">
          <ac:chgData name="duansunshine" userId="6354e190-1780-428f-92cf-fd521658376f" providerId="ADAL" clId="{472F9B50-C93A-4BE7-B926-2C330EF6A4CE}" dt="2020-10-31T09:05:33.612" v="2721"/>
          <ac:spMkLst>
            <pc:docMk/>
            <pc:sldMk cId="3476751881" sldId="3667"/>
            <ac:spMk id="10" creationId="{B3830976-EE9D-41B7-8F3F-8D61B98D58BB}"/>
          </ac:spMkLst>
        </pc:spChg>
      </pc:sldChg>
      <pc:sldChg chg="modSp add ord">
        <pc:chgData name="duansunshine" userId="6354e190-1780-428f-92cf-fd521658376f" providerId="ADAL" clId="{472F9B50-C93A-4BE7-B926-2C330EF6A4CE}" dt="2020-10-31T11:01:24.656" v="2962" actId="1076"/>
        <pc:sldMkLst>
          <pc:docMk/>
          <pc:sldMk cId="1626188930" sldId="3668"/>
        </pc:sldMkLst>
        <pc:spChg chg="mod">
          <ac:chgData name="duansunshine" userId="6354e190-1780-428f-92cf-fd521658376f" providerId="ADAL" clId="{472F9B50-C93A-4BE7-B926-2C330EF6A4CE}" dt="2020-10-31T11:01:07.824" v="2952" actId="20577"/>
          <ac:spMkLst>
            <pc:docMk/>
            <pc:sldMk cId="1626188930" sldId="3668"/>
            <ac:spMk id="3" creationId="{4623B8FA-4C91-4E11-9901-C674D66AD7DF}"/>
          </ac:spMkLst>
        </pc:spChg>
        <pc:spChg chg="mod">
          <ac:chgData name="duansunshine" userId="6354e190-1780-428f-92cf-fd521658376f" providerId="ADAL" clId="{472F9B50-C93A-4BE7-B926-2C330EF6A4CE}" dt="2020-10-31T11:00:27.546" v="2936" actId="14100"/>
          <ac:spMkLst>
            <pc:docMk/>
            <pc:sldMk cId="1626188930" sldId="3668"/>
            <ac:spMk id="8" creationId="{00000000-0000-0000-0000-000000000000}"/>
          </ac:spMkLst>
        </pc:spChg>
        <pc:spChg chg="mod">
          <ac:chgData name="duansunshine" userId="6354e190-1780-428f-92cf-fd521658376f" providerId="ADAL" clId="{472F9B50-C93A-4BE7-B926-2C330EF6A4CE}" dt="2020-10-31T11:01:24.656" v="2962" actId="1076"/>
          <ac:spMkLst>
            <pc:docMk/>
            <pc:sldMk cId="1626188930" sldId="3668"/>
            <ac:spMk id="13" creationId="{862CE6C6-06F7-46A6-9C52-02BB45E03FC0}"/>
          </ac:spMkLst>
        </pc:spChg>
        <pc:spChg chg="mod">
          <ac:chgData name="duansunshine" userId="6354e190-1780-428f-92cf-fd521658376f" providerId="ADAL" clId="{472F9B50-C93A-4BE7-B926-2C330EF6A4CE}" dt="2020-10-31T11:01:21.137" v="2961" actId="1076"/>
          <ac:spMkLst>
            <pc:docMk/>
            <pc:sldMk cId="1626188930" sldId="3668"/>
            <ac:spMk id="14" creationId="{AF9C4D9A-8471-4225-B3E3-246FCC6E3B62}"/>
          </ac:spMkLst>
        </pc:spChg>
        <pc:grpChg chg="mod">
          <ac:chgData name="duansunshine" userId="6354e190-1780-428f-92cf-fd521658376f" providerId="ADAL" clId="{472F9B50-C93A-4BE7-B926-2C330EF6A4CE}" dt="2020-10-31T11:01:14.816" v="2960" actId="1035"/>
          <ac:grpSpMkLst>
            <pc:docMk/>
            <pc:sldMk cId="1626188930" sldId="3668"/>
            <ac:grpSpMk id="11" creationId="{8409050F-997E-4F8B-9B9B-0DE23728394D}"/>
          </ac:grpSpMkLst>
        </pc:grpChg>
        <pc:grpChg chg="mod">
          <ac:chgData name="duansunshine" userId="6354e190-1780-428f-92cf-fd521658376f" providerId="ADAL" clId="{472F9B50-C93A-4BE7-B926-2C330EF6A4CE}" dt="2020-10-31T11:01:14.816" v="2960" actId="1035"/>
          <ac:grpSpMkLst>
            <pc:docMk/>
            <pc:sldMk cId="1626188930" sldId="3668"/>
            <ac:grpSpMk id="12" creationId="{00000000-0000-0000-0000-000000000000}"/>
          </ac:grpSpMkLst>
        </pc:grpChg>
      </pc:sldChg>
    </pc:docChg>
  </pc:docChgLst>
  <pc:docChgLst>
    <pc:chgData name="唐璇" userId="adf17bcb-6e69-4c5f-8a8f-4a1897473c23" providerId="ADAL" clId="{EBFE33DD-69F1-47B9-A43F-61603A56B557}"/>
    <pc:docChg chg="undo custSel addSld delSld modSld">
      <pc:chgData name="唐璇" userId="adf17bcb-6e69-4c5f-8a8f-4a1897473c23" providerId="ADAL" clId="{EBFE33DD-69F1-47B9-A43F-61603A56B557}" dt="2020-10-27T01:53:51.091" v="1474" actId="1076"/>
      <pc:docMkLst>
        <pc:docMk/>
      </pc:docMkLst>
      <pc:sldChg chg="modSp mod">
        <pc:chgData name="唐璇" userId="adf17bcb-6e69-4c5f-8a8f-4a1897473c23" providerId="ADAL" clId="{EBFE33DD-69F1-47B9-A43F-61603A56B557}" dt="2020-10-27T01:53:51.091" v="1474" actId="1076"/>
        <pc:sldMkLst>
          <pc:docMk/>
          <pc:sldMk cId="0" sldId="257"/>
        </pc:sldMkLst>
        <pc:spChg chg="mod">
          <ac:chgData name="唐璇" userId="adf17bcb-6e69-4c5f-8a8f-4a1897473c23" providerId="ADAL" clId="{EBFE33DD-69F1-47B9-A43F-61603A56B557}" dt="2020-10-27T01:53:51.091" v="1474" actId="1076"/>
          <ac:spMkLst>
            <pc:docMk/>
            <pc:sldMk cId="0" sldId="257"/>
            <ac:spMk id="4" creationId="{6605DA8A-0DB6-494F-ACAB-466691022386}"/>
          </ac:spMkLst>
        </pc:spChg>
        <pc:spChg chg="mod">
          <ac:chgData name="唐璇" userId="adf17bcb-6e69-4c5f-8a8f-4a1897473c23" providerId="ADAL" clId="{EBFE33DD-69F1-47B9-A43F-61603A56B557}" dt="2020-10-14T11:34:57.544" v="968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唐璇" userId="adf17bcb-6e69-4c5f-8a8f-4a1897473c23" providerId="ADAL" clId="{EBFE33DD-69F1-47B9-A43F-61603A56B557}" dt="2020-10-14T11:35:32.342" v="999" actId="1076"/>
          <ac:spMkLst>
            <pc:docMk/>
            <pc:sldMk cId="0" sldId="257"/>
            <ac:spMk id="13" creationId="{00000000-0000-0000-0000-000000000000}"/>
          </ac:spMkLst>
        </pc:spChg>
        <pc:cxnChg chg="mod">
          <ac:chgData name="唐璇" userId="adf17bcb-6e69-4c5f-8a8f-4a1897473c23" providerId="ADAL" clId="{EBFE33DD-69F1-47B9-A43F-61603A56B557}" dt="2020-10-14T11:35:07.293" v="970" actId="14100"/>
          <ac:cxnSpMkLst>
            <pc:docMk/>
            <pc:sldMk cId="0" sldId="257"/>
            <ac:cxnSpMk id="11" creationId="{00000000-0000-0000-0000-000000000000}"/>
          </ac:cxnSpMkLst>
        </pc:cxnChg>
        <pc:cxnChg chg="mod">
          <ac:chgData name="唐璇" userId="adf17bcb-6e69-4c5f-8a8f-4a1897473c23" providerId="ADAL" clId="{EBFE33DD-69F1-47B9-A43F-61603A56B557}" dt="2020-10-14T11:35:11.382" v="971" actId="14100"/>
          <ac:cxnSpMkLst>
            <pc:docMk/>
            <pc:sldMk cId="0" sldId="257"/>
            <ac:cxnSpMk id="14" creationId="{00000000-0000-0000-0000-000000000000}"/>
          </ac:cxnSpMkLst>
        </pc:cxnChg>
      </pc:sldChg>
      <pc:sldChg chg="addSp modSp mod">
        <pc:chgData name="唐璇" userId="adf17bcb-6e69-4c5f-8a8f-4a1897473c23" providerId="ADAL" clId="{EBFE33DD-69F1-47B9-A43F-61603A56B557}" dt="2020-10-27T01:52:47.468" v="1470" actId="1076"/>
        <pc:sldMkLst>
          <pc:docMk/>
          <pc:sldMk cId="0" sldId="258"/>
        </pc:sldMkLst>
        <pc:spChg chg="mod">
          <ac:chgData name="唐璇" userId="adf17bcb-6e69-4c5f-8a8f-4a1897473c23" providerId="ADAL" clId="{EBFE33DD-69F1-47B9-A43F-61603A56B557}" dt="2020-10-27T01:51:24.605" v="1463" actId="20577"/>
          <ac:spMkLst>
            <pc:docMk/>
            <pc:sldMk cId="0" sldId="258"/>
            <ac:spMk id="2" creationId="{A4314781-95B0-4819-964F-8893C9CC191E}"/>
          </ac:spMkLst>
        </pc:spChg>
        <pc:spChg chg="add mod">
          <ac:chgData name="唐璇" userId="adf17bcb-6e69-4c5f-8a8f-4a1897473c23" providerId="ADAL" clId="{EBFE33DD-69F1-47B9-A43F-61603A56B557}" dt="2020-10-27T01:52:47.468" v="1470" actId="1076"/>
          <ac:spMkLst>
            <pc:docMk/>
            <pc:sldMk cId="0" sldId="258"/>
            <ac:spMk id="3" creationId="{774A21F6-6F46-4CB5-8C08-0E2EA929AC3B}"/>
          </ac:spMkLst>
        </pc:spChg>
        <pc:spChg chg="mod">
          <ac:chgData name="唐璇" userId="adf17bcb-6e69-4c5f-8a8f-4a1897473c23" providerId="ADAL" clId="{EBFE33DD-69F1-47B9-A43F-61603A56B557}" dt="2020-10-14T11:41:19.232" v="1309" actId="1076"/>
          <ac:spMkLst>
            <pc:docMk/>
            <pc:sldMk cId="0" sldId="258"/>
            <ac:spMk id="47" creationId="{00000000-0000-0000-0000-000000000000}"/>
          </ac:spMkLst>
        </pc:spChg>
        <pc:cxnChg chg="mod">
          <ac:chgData name="唐璇" userId="adf17bcb-6e69-4c5f-8a8f-4a1897473c23" providerId="ADAL" clId="{EBFE33DD-69F1-47B9-A43F-61603A56B557}" dt="2020-10-27T01:50:57.854" v="1451" actId="1076"/>
          <ac:cxnSpMkLst>
            <pc:docMk/>
            <pc:sldMk cId="0" sldId="258"/>
            <ac:cxnSpMk id="37" creationId="{00000000-0000-0000-0000-000000000000}"/>
          </ac:cxnSpMkLst>
        </pc:cxnChg>
      </pc:sldChg>
      <pc:sldChg chg="modSp mod">
        <pc:chgData name="唐璇" userId="adf17bcb-6e69-4c5f-8a8f-4a1897473c23" providerId="ADAL" clId="{EBFE33DD-69F1-47B9-A43F-61603A56B557}" dt="2020-10-14T11:44:05.247" v="1431" actId="1076"/>
        <pc:sldMkLst>
          <pc:docMk/>
          <pc:sldMk cId="0" sldId="267"/>
        </pc:sldMkLst>
        <pc:spChg chg="mod">
          <ac:chgData name="唐璇" userId="adf17bcb-6e69-4c5f-8a8f-4a1897473c23" providerId="ADAL" clId="{EBFE33DD-69F1-47B9-A43F-61603A56B557}" dt="2020-10-14T11:44:05.247" v="1431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唐璇" userId="adf17bcb-6e69-4c5f-8a8f-4a1897473c23" providerId="ADAL" clId="{EBFE33DD-69F1-47B9-A43F-61603A56B557}" dt="2020-10-14T11:43:09.990" v="1411" actId="20577"/>
          <ac:spMkLst>
            <pc:docMk/>
            <pc:sldMk cId="0" sldId="267"/>
            <ac:spMk id="10" creationId="{00000000-0000-0000-0000-000000000000}"/>
          </ac:spMkLst>
        </pc:spChg>
      </pc:sldChg>
      <pc:sldChg chg="modSp mod">
        <pc:chgData name="唐璇" userId="adf17bcb-6e69-4c5f-8a8f-4a1897473c23" providerId="ADAL" clId="{EBFE33DD-69F1-47B9-A43F-61603A56B557}" dt="2020-10-14T11:43:01.506" v="1406" actId="20577"/>
        <pc:sldMkLst>
          <pc:docMk/>
          <pc:sldMk cId="0" sldId="3644"/>
        </pc:sldMkLst>
        <pc:spChg chg="mod">
          <ac:chgData name="唐璇" userId="adf17bcb-6e69-4c5f-8a8f-4a1897473c23" providerId="ADAL" clId="{EBFE33DD-69F1-47B9-A43F-61603A56B557}" dt="2020-10-14T11:43:01.506" v="1406" actId="20577"/>
          <ac:spMkLst>
            <pc:docMk/>
            <pc:sldMk cId="0" sldId="3644"/>
            <ac:spMk id="9" creationId="{EE6BDF17-DB4E-417A-9115-2D0A2CC0F544}"/>
          </ac:spMkLst>
        </pc:spChg>
        <pc:picChg chg="mod">
          <ac:chgData name="唐璇" userId="adf17bcb-6e69-4c5f-8a8f-4a1897473c23" providerId="ADAL" clId="{EBFE33DD-69F1-47B9-A43F-61603A56B557}" dt="2020-10-14T11:42:27.454" v="1363" actId="1076"/>
          <ac:picMkLst>
            <pc:docMk/>
            <pc:sldMk cId="0" sldId="3644"/>
            <ac:picMk id="3" creationId="{471B8EC7-5E79-4872-A282-E5D1ED4431B3}"/>
          </ac:picMkLst>
        </pc:picChg>
      </pc:sldChg>
      <pc:sldChg chg="addSp delSp modSp mod">
        <pc:chgData name="唐璇" userId="adf17bcb-6e69-4c5f-8a8f-4a1897473c23" providerId="ADAL" clId="{EBFE33DD-69F1-47B9-A43F-61603A56B557}" dt="2020-10-14T11:40:41.803" v="1261" actId="1037"/>
        <pc:sldMkLst>
          <pc:docMk/>
          <pc:sldMk cId="4285032522" sldId="3650"/>
        </pc:sldMkLst>
        <pc:spChg chg="mod">
          <ac:chgData name="唐璇" userId="adf17bcb-6e69-4c5f-8a8f-4a1897473c23" providerId="ADAL" clId="{EBFE33DD-69F1-47B9-A43F-61603A56B557}" dt="2020-10-14T11:39:38.680" v="1215" actId="2711"/>
          <ac:spMkLst>
            <pc:docMk/>
            <pc:sldMk cId="4285032522" sldId="3650"/>
            <ac:spMk id="2" creationId="{296104A9-EA08-4D7A-9539-FFDEAAEEB590}"/>
          </ac:spMkLst>
        </pc:spChg>
        <pc:spChg chg="mod">
          <ac:chgData name="唐璇" userId="adf17bcb-6e69-4c5f-8a8f-4a1897473c23" providerId="ADAL" clId="{EBFE33DD-69F1-47B9-A43F-61603A56B557}" dt="2020-10-14T11:40:41.803" v="1261" actId="1037"/>
          <ac:spMkLst>
            <pc:docMk/>
            <pc:sldMk cId="4285032522" sldId="3650"/>
            <ac:spMk id="3" creationId="{00000000-0000-0000-0000-000000000000}"/>
          </ac:spMkLst>
        </pc:spChg>
        <pc:spChg chg="add mod">
          <ac:chgData name="唐璇" userId="adf17bcb-6e69-4c5f-8a8f-4a1897473c23" providerId="ADAL" clId="{EBFE33DD-69F1-47B9-A43F-61603A56B557}" dt="2020-10-14T11:37:21.718" v="1121" actId="14100"/>
          <ac:spMkLst>
            <pc:docMk/>
            <pc:sldMk cId="4285032522" sldId="3650"/>
            <ac:spMk id="4" creationId="{F702DD55-8A57-42A1-8730-D4A17231275A}"/>
          </ac:spMkLst>
        </pc:spChg>
        <pc:spChg chg="add mod">
          <ac:chgData name="唐璇" userId="adf17bcb-6e69-4c5f-8a8f-4a1897473c23" providerId="ADAL" clId="{EBFE33DD-69F1-47B9-A43F-61603A56B557}" dt="2020-10-14T11:40:26.043" v="1253" actId="114"/>
          <ac:spMkLst>
            <pc:docMk/>
            <pc:sldMk cId="4285032522" sldId="3650"/>
            <ac:spMk id="5" creationId="{AA454088-B53D-484B-97C4-377B898B3FFB}"/>
          </ac:spMkLst>
        </pc:spChg>
        <pc:spChg chg="mod">
          <ac:chgData name="唐璇" userId="adf17bcb-6e69-4c5f-8a8f-4a1897473c23" providerId="ADAL" clId="{EBFE33DD-69F1-47B9-A43F-61603A56B557}" dt="2020-10-14T11:36:37.367" v="1059" actId="14100"/>
          <ac:spMkLst>
            <pc:docMk/>
            <pc:sldMk cId="4285032522" sldId="3650"/>
            <ac:spMk id="13" creationId="{00000000-0000-0000-0000-000000000000}"/>
          </ac:spMkLst>
        </pc:spChg>
        <pc:spChg chg="mod">
          <ac:chgData name="唐璇" userId="adf17bcb-6e69-4c5f-8a8f-4a1897473c23" providerId="ADAL" clId="{EBFE33DD-69F1-47B9-A43F-61603A56B557}" dt="2020-10-14T11:40:41.803" v="1261" actId="1037"/>
          <ac:spMkLst>
            <pc:docMk/>
            <pc:sldMk cId="4285032522" sldId="3650"/>
            <ac:spMk id="37" creationId="{00000000-0000-0000-0000-000000000000}"/>
          </ac:spMkLst>
        </pc:spChg>
        <pc:spChg chg="del">
          <ac:chgData name="唐璇" userId="adf17bcb-6e69-4c5f-8a8f-4a1897473c23" providerId="ADAL" clId="{EBFE33DD-69F1-47B9-A43F-61603A56B557}" dt="2020-10-13T08:35:29.999" v="316" actId="478"/>
          <ac:spMkLst>
            <pc:docMk/>
            <pc:sldMk cId="4285032522" sldId="3650"/>
            <ac:spMk id="41" creationId="{00000000-0000-0000-0000-000000000000}"/>
          </ac:spMkLst>
        </pc:spChg>
        <pc:picChg chg="mod">
          <ac:chgData name="唐璇" userId="adf17bcb-6e69-4c5f-8a8f-4a1897473c23" providerId="ADAL" clId="{EBFE33DD-69F1-47B9-A43F-61603A56B557}" dt="2020-10-14T11:36:40.511" v="1060" actId="1076"/>
          <ac:picMkLst>
            <pc:docMk/>
            <pc:sldMk cId="4285032522" sldId="3650"/>
            <ac:picMk id="22" creationId="{00000000-0000-0000-0000-000000000000}"/>
          </ac:picMkLst>
        </pc:picChg>
        <pc:cxnChg chg="mod">
          <ac:chgData name="唐璇" userId="adf17bcb-6e69-4c5f-8a8f-4a1897473c23" providerId="ADAL" clId="{EBFE33DD-69F1-47B9-A43F-61603A56B557}" dt="2020-10-14T11:36:18.862" v="1020" actId="14100"/>
          <ac:cxnSpMkLst>
            <pc:docMk/>
            <pc:sldMk cId="4285032522" sldId="3650"/>
            <ac:cxnSpMk id="10" creationId="{00000000-0000-0000-0000-000000000000}"/>
          </ac:cxnSpMkLst>
        </pc:cxnChg>
        <pc:cxnChg chg="add mod">
          <ac:chgData name="唐璇" userId="adf17bcb-6e69-4c5f-8a8f-4a1897473c23" providerId="ADAL" clId="{EBFE33DD-69F1-47B9-A43F-61603A56B557}" dt="2020-10-13T09:22:54.687" v="572" actId="1076"/>
          <ac:cxnSpMkLst>
            <pc:docMk/>
            <pc:sldMk cId="4285032522" sldId="3650"/>
            <ac:cxnSpMk id="19" creationId="{B6CA1A77-E7F8-48DE-90BD-B969811A8674}"/>
          </ac:cxnSpMkLst>
        </pc:cxnChg>
        <pc:cxnChg chg="del">
          <ac:chgData name="唐璇" userId="adf17bcb-6e69-4c5f-8a8f-4a1897473c23" providerId="ADAL" clId="{EBFE33DD-69F1-47B9-A43F-61603A56B557}" dt="2020-10-13T08:35:53.216" v="319" actId="478"/>
          <ac:cxnSpMkLst>
            <pc:docMk/>
            <pc:sldMk cId="4285032522" sldId="3650"/>
            <ac:cxnSpMk id="42" creationId="{00000000-0000-0000-0000-000000000000}"/>
          </ac:cxnSpMkLst>
        </pc:cxnChg>
        <pc:cxnChg chg="mod">
          <ac:chgData name="唐璇" userId="adf17bcb-6e69-4c5f-8a8f-4a1897473c23" providerId="ADAL" clId="{EBFE33DD-69F1-47B9-A43F-61603A56B557}" dt="2020-10-13T09:22:54.687" v="572" actId="1076"/>
          <ac:cxnSpMkLst>
            <pc:docMk/>
            <pc:sldMk cId="4285032522" sldId="3650"/>
            <ac:cxnSpMk id="48" creationId="{00000000-0000-0000-0000-000000000000}"/>
          </ac:cxnSpMkLst>
        </pc:cxnChg>
      </pc:sldChg>
      <pc:sldChg chg="addSp modSp mod">
        <pc:chgData name="唐璇" userId="adf17bcb-6e69-4c5f-8a8f-4a1897473c23" providerId="ADAL" clId="{EBFE33DD-69F1-47B9-A43F-61603A56B557}" dt="2020-10-14T07:28:24.271" v="670" actId="732"/>
        <pc:sldMkLst>
          <pc:docMk/>
          <pc:sldMk cId="2066773154" sldId="3657"/>
        </pc:sldMkLst>
        <pc:spChg chg="mod">
          <ac:chgData name="唐璇" userId="adf17bcb-6e69-4c5f-8a8f-4a1897473c23" providerId="ADAL" clId="{EBFE33DD-69F1-47B9-A43F-61603A56B557}" dt="2020-10-14T07:27:04.783" v="662" actId="1076"/>
          <ac:spMkLst>
            <pc:docMk/>
            <pc:sldMk cId="2066773154" sldId="3657"/>
            <ac:spMk id="6" creationId="{A4D87030-E628-4151-B735-91AAEBCC7B41}"/>
          </ac:spMkLst>
        </pc:spChg>
        <pc:spChg chg="mod">
          <ac:chgData name="唐璇" userId="adf17bcb-6e69-4c5f-8a8f-4a1897473c23" providerId="ADAL" clId="{EBFE33DD-69F1-47B9-A43F-61603A56B557}" dt="2020-10-14T07:26:58.070" v="661" actId="1076"/>
          <ac:spMkLst>
            <pc:docMk/>
            <pc:sldMk cId="2066773154" sldId="3657"/>
            <ac:spMk id="10" creationId="{654A94A6-4729-44B2-AA9C-08C3A7D1B4B7}"/>
          </ac:spMkLst>
        </pc:spChg>
        <pc:picChg chg="mod">
          <ac:chgData name="唐璇" userId="adf17bcb-6e69-4c5f-8a8f-4a1897473c23" providerId="ADAL" clId="{EBFE33DD-69F1-47B9-A43F-61603A56B557}" dt="2020-10-14T07:27:04.783" v="662" actId="1076"/>
          <ac:picMkLst>
            <pc:docMk/>
            <pc:sldMk cId="2066773154" sldId="3657"/>
            <ac:picMk id="2" creationId="{37732FF5-40B7-4153-BA5D-F81975182C67}"/>
          </ac:picMkLst>
        </pc:picChg>
        <pc:picChg chg="add mod">
          <ac:chgData name="唐璇" userId="adf17bcb-6e69-4c5f-8a8f-4a1897473c23" providerId="ADAL" clId="{EBFE33DD-69F1-47B9-A43F-61603A56B557}" dt="2020-10-14T07:27:08.455" v="664" actId="1076"/>
          <ac:picMkLst>
            <pc:docMk/>
            <pc:sldMk cId="2066773154" sldId="3657"/>
            <ac:picMk id="4" creationId="{9319AB3A-3BCE-47E8-862E-B1503A610B7E}"/>
          </ac:picMkLst>
        </pc:picChg>
        <pc:picChg chg="mod">
          <ac:chgData name="唐璇" userId="adf17bcb-6e69-4c5f-8a8f-4a1897473c23" providerId="ADAL" clId="{EBFE33DD-69F1-47B9-A43F-61603A56B557}" dt="2020-10-14T07:27:04.783" v="662" actId="1076"/>
          <ac:picMkLst>
            <pc:docMk/>
            <pc:sldMk cId="2066773154" sldId="3657"/>
            <ac:picMk id="5" creationId="{E241F778-04BD-4CD8-9F8C-1888E1F5893D}"/>
          </ac:picMkLst>
        </pc:picChg>
        <pc:picChg chg="mod">
          <ac:chgData name="唐璇" userId="adf17bcb-6e69-4c5f-8a8f-4a1897473c23" providerId="ADAL" clId="{EBFE33DD-69F1-47B9-A43F-61603A56B557}" dt="2020-10-14T07:26:58.070" v="661" actId="1076"/>
          <ac:picMkLst>
            <pc:docMk/>
            <pc:sldMk cId="2066773154" sldId="3657"/>
            <ac:picMk id="8" creationId="{943D5231-EB8F-4CB3-A55C-3FC07D1A95F8}"/>
          </ac:picMkLst>
        </pc:picChg>
        <pc:picChg chg="add mod modCrop">
          <ac:chgData name="唐璇" userId="adf17bcb-6e69-4c5f-8a8f-4a1897473c23" providerId="ADAL" clId="{EBFE33DD-69F1-47B9-A43F-61603A56B557}" dt="2020-10-14T07:28:24.271" v="670" actId="732"/>
          <ac:picMkLst>
            <pc:docMk/>
            <pc:sldMk cId="2066773154" sldId="3657"/>
            <ac:picMk id="9" creationId="{397A7F30-146D-40C3-914A-ACA1CAE8B09F}"/>
          </ac:picMkLst>
        </pc:picChg>
        <pc:cxnChg chg="add mod">
          <ac:chgData name="唐璇" userId="adf17bcb-6e69-4c5f-8a8f-4a1897473c23" providerId="ADAL" clId="{EBFE33DD-69F1-47B9-A43F-61603A56B557}" dt="2020-10-14T07:28:24.271" v="670" actId="732"/>
          <ac:cxnSpMkLst>
            <pc:docMk/>
            <pc:sldMk cId="2066773154" sldId="3657"/>
            <ac:cxnSpMk id="12" creationId="{03154F4D-AF77-4DB3-BE17-1D6DC8D5F6B4}"/>
          </ac:cxnSpMkLst>
        </pc:cxnChg>
      </pc:sldChg>
      <pc:sldChg chg="modSp add mod">
        <pc:chgData name="唐璇" userId="adf17bcb-6e69-4c5f-8a8f-4a1897473c23" providerId="ADAL" clId="{EBFE33DD-69F1-47B9-A43F-61603A56B557}" dt="2020-10-14T07:11:39.702" v="605" actId="1076"/>
        <pc:sldMkLst>
          <pc:docMk/>
          <pc:sldMk cId="893211373" sldId="3658"/>
        </pc:sldMkLst>
        <pc:spChg chg="mod">
          <ac:chgData name="唐璇" userId="adf17bcb-6e69-4c5f-8a8f-4a1897473c23" providerId="ADAL" clId="{EBFE33DD-69F1-47B9-A43F-61603A56B557}" dt="2020-10-13T08:39:39.605" v="495" actId="20577"/>
          <ac:spMkLst>
            <pc:docMk/>
            <pc:sldMk cId="893211373" sldId="3658"/>
            <ac:spMk id="17" creationId="{00000000-0000-0000-0000-000000000000}"/>
          </ac:spMkLst>
        </pc:spChg>
        <pc:spChg chg="mod">
          <ac:chgData name="唐璇" userId="adf17bcb-6e69-4c5f-8a8f-4a1897473c23" providerId="ADAL" clId="{EBFE33DD-69F1-47B9-A43F-61603A56B557}" dt="2020-10-14T07:11:39.702" v="605" actId="1076"/>
          <ac:spMkLst>
            <pc:docMk/>
            <pc:sldMk cId="893211373" sldId="3658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48580-8B20-4E47-A0C8-50FD129272EF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F1F0B-73D0-460B-9249-7BDC4E2DA5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1F0B-73D0-460B-9249-7BDC4E2DA55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710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1F0B-73D0-460B-9249-7BDC4E2DA55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338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3F681-7291-41D2-A146-1FB28A7F620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1F0B-73D0-460B-9249-7BDC4E2DA55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931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3F681-7291-41D2-A146-1FB28A7F6200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3F681-7291-41D2-A146-1FB28A7F62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453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3F681-7291-41D2-A146-1FB28A7F62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849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1F0B-73D0-460B-9249-7BDC4E2DA55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17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A5F06-FC81-4CFA-AA09-829517986650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D9E8B-6B64-4155-9BFC-D2FA9B30D1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audio" Target="NULL" TargetMode="Externa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1029" cy="815818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0"/>
            <a:ext cx="12221030" cy="8158187"/>
          </a:xfrm>
          <a:prstGeom prst="rect">
            <a:avLst/>
          </a:prstGeom>
          <a:solidFill>
            <a:schemeClr val="tx1">
              <a:lumMod val="65000"/>
              <a:lumOff val="35000"/>
              <a:alpha val="48000"/>
            </a:schemeClr>
          </a:solidFill>
          <a:ln>
            <a:solidFill>
              <a:schemeClr val="accent1">
                <a:shade val="50000"/>
                <a:alpha val="1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5747" y="3056017"/>
            <a:ext cx="12408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rgbClr val="F8931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Introduction of    </a:t>
            </a:r>
            <a:r>
              <a:rPr lang="en-US" altLang="zh-CN" sz="4800" b="1" dirty="0">
                <a:solidFill>
                  <a:srgbClr val="FFC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Past Research</a:t>
            </a:r>
          </a:p>
          <a:p>
            <a:endParaRPr lang="zh-CN" altLang="en-US" sz="48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>
            <a:cxnSpLocks/>
          </p:cNvCxnSpPr>
          <p:nvPr/>
        </p:nvCxnSpPr>
        <p:spPr>
          <a:xfrm>
            <a:off x="6865290" y="3887014"/>
            <a:ext cx="514923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</p:cNvCxnSpPr>
          <p:nvPr/>
        </p:nvCxnSpPr>
        <p:spPr>
          <a:xfrm>
            <a:off x="219919" y="3887014"/>
            <a:ext cx="6736466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605DA8A-0DB6-494F-ACAB-466691022386}"/>
              </a:ext>
            </a:extLst>
          </p:cNvPr>
          <p:cNvSpPr txBox="1"/>
          <p:nvPr/>
        </p:nvSpPr>
        <p:spPr>
          <a:xfrm>
            <a:off x="2394052" y="4517956"/>
            <a:ext cx="2858173" cy="40011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Name: Chenxi Duan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ïšḻïďê-îṥļîḑé-Rectangle 120"/>
          <p:cNvSpPr/>
          <p:nvPr/>
        </p:nvSpPr>
        <p:spPr bwMode="auto">
          <a:xfrm>
            <a:off x="838348" y="2198594"/>
            <a:ext cx="2659166" cy="9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/>
            <a:r>
              <a:rPr lang="en-US" altLang="zh-CN" sz="4800" dirty="0">
                <a:solidFill>
                  <a:srgbClr val="C00000"/>
                </a:solidFill>
                <a:latin typeface="Century Gothic" panose="020B0502020202020204" pitchFamily="34" charset="0"/>
              </a:rPr>
              <a:t>Bachelor</a:t>
            </a:r>
            <a:endParaRPr lang="en-US" sz="48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0" name="ïšḻïďê-Straight Connector 6"/>
          <p:cNvCxnSpPr>
            <a:cxnSpLocks/>
          </p:cNvCxnSpPr>
          <p:nvPr/>
        </p:nvCxnSpPr>
        <p:spPr>
          <a:xfrm>
            <a:off x="884648" y="3491546"/>
            <a:ext cx="5211352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601284" y="2044765"/>
            <a:ext cx="5046901" cy="39658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Chang’an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University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276" y="1913072"/>
            <a:ext cx="2207032" cy="3089846"/>
          </a:xfrm>
          <a:prstGeom prst="rect">
            <a:avLst/>
          </a:prstGeom>
        </p:spPr>
      </p:pic>
      <p:sp>
        <p:nvSpPr>
          <p:cNvPr id="37" name="ïšḻïďê-îṥļîḑé-Rectangle 120"/>
          <p:cNvSpPr/>
          <p:nvPr/>
        </p:nvSpPr>
        <p:spPr bwMode="auto">
          <a:xfrm>
            <a:off x="1062554" y="3639383"/>
            <a:ext cx="2076552" cy="9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/>
            <a:r>
              <a:rPr lang="en-US" altLang="zh-CN" sz="4800" dirty="0">
                <a:solidFill>
                  <a:srgbClr val="C00000"/>
                </a:solidFill>
                <a:latin typeface="Century Gothic" panose="020B0502020202020204" pitchFamily="34" charset="0"/>
              </a:rPr>
              <a:t>Master</a:t>
            </a:r>
            <a:endParaRPr lang="en-US" sz="48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48" name="ïšḻïďê-Straight Connector 27"/>
          <p:cNvCxnSpPr>
            <a:cxnSpLocks/>
          </p:cNvCxnSpPr>
          <p:nvPr/>
        </p:nvCxnSpPr>
        <p:spPr>
          <a:xfrm>
            <a:off x="3543814" y="2058383"/>
            <a:ext cx="0" cy="1261805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96104A9-EA08-4D7A-9539-FFDEAAEEB590}"/>
              </a:ext>
            </a:extLst>
          </p:cNvPr>
          <p:cNvSpPr/>
          <p:nvPr/>
        </p:nvSpPr>
        <p:spPr>
          <a:xfrm>
            <a:off x="3601285" y="2489409"/>
            <a:ext cx="4025887" cy="87710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Remote Sensing Science and Technology</a:t>
            </a:r>
          </a:p>
          <a:p>
            <a:pPr>
              <a:lnSpc>
                <a:spcPct val="125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GPA: 3.78 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4.00</a:t>
            </a:r>
          </a:p>
          <a:p>
            <a:pPr>
              <a:lnSpc>
                <a:spcPct val="125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/ 36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02DD55-8A57-42A1-8730-D4A17231275A}"/>
              </a:ext>
            </a:extLst>
          </p:cNvPr>
          <p:cNvSpPr/>
          <p:nvPr/>
        </p:nvSpPr>
        <p:spPr>
          <a:xfrm>
            <a:off x="3601284" y="3558350"/>
            <a:ext cx="2494711" cy="39658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Wuhan University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454088-B53D-484B-97C4-377B898B3FFB}"/>
              </a:ext>
            </a:extLst>
          </p:cNvPr>
          <p:cNvSpPr/>
          <p:nvPr/>
        </p:nvSpPr>
        <p:spPr>
          <a:xfrm>
            <a:off x="3601285" y="4002994"/>
            <a:ext cx="3783359" cy="114492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Surveying and Mapping Engineering</a:t>
            </a:r>
          </a:p>
          <a:p>
            <a:pPr>
              <a:lnSpc>
                <a:spcPct val="125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GPA: 3.51 / 4.00</a:t>
            </a:r>
            <a:endParaRPr lang="zh-CN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Rank: 6/51</a:t>
            </a:r>
            <a:endParaRPr lang="zh-CN" altLang="zh-CN" sz="1400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ïšḻïďê-Straight Connector 27">
            <a:extLst>
              <a:ext uri="{FF2B5EF4-FFF2-40B4-BE49-F238E27FC236}">
                <a16:creationId xmlns:a16="http://schemas.microsoft.com/office/drawing/2014/main" id="{B6CA1A77-E7F8-48DE-90BD-B969811A8674}"/>
              </a:ext>
            </a:extLst>
          </p:cNvPr>
          <p:cNvCxnSpPr>
            <a:cxnSpLocks/>
          </p:cNvCxnSpPr>
          <p:nvPr/>
        </p:nvCxnSpPr>
        <p:spPr>
          <a:xfrm>
            <a:off x="3543814" y="3646036"/>
            <a:ext cx="0" cy="1261805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45B41A5-405F-454E-9CA2-F655F9A41DEF}"/>
              </a:ext>
            </a:extLst>
          </p:cNvPr>
          <p:cNvCxnSpPr/>
          <p:nvPr/>
        </p:nvCxnSpPr>
        <p:spPr>
          <a:xfrm flipH="1">
            <a:off x="-133855" y="149786"/>
            <a:ext cx="777432" cy="653712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108B807-DE84-4D9C-BC1A-82B7890E0AF6}"/>
              </a:ext>
            </a:extLst>
          </p:cNvPr>
          <p:cNvCxnSpPr/>
          <p:nvPr/>
        </p:nvCxnSpPr>
        <p:spPr>
          <a:xfrm flipH="1">
            <a:off x="2446" y="694239"/>
            <a:ext cx="388716" cy="326856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21DABDE-4A42-4FD6-99E5-13DEB89ED769}"/>
              </a:ext>
            </a:extLst>
          </p:cNvPr>
          <p:cNvSpPr/>
          <p:nvPr/>
        </p:nvSpPr>
        <p:spPr>
          <a:xfrm>
            <a:off x="858377" y="544004"/>
            <a:ext cx="2219518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Curriculum Vitae</a:t>
            </a:r>
          </a:p>
          <a:p>
            <a:endParaRPr lang="en-US" altLang="zh-CN" b="1" dirty="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左中括号 19">
            <a:extLst>
              <a:ext uri="{FF2B5EF4-FFF2-40B4-BE49-F238E27FC236}">
                <a16:creationId xmlns:a16="http://schemas.microsoft.com/office/drawing/2014/main" id="{EBD47937-824D-4079-A5A9-D90B995C56FA}"/>
              </a:ext>
            </a:extLst>
          </p:cNvPr>
          <p:cNvSpPr/>
          <p:nvPr/>
        </p:nvSpPr>
        <p:spPr>
          <a:xfrm>
            <a:off x="755109" y="476642"/>
            <a:ext cx="72008" cy="50405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85032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314781-95B0-4819-964F-8893C9CC191E}"/>
              </a:ext>
            </a:extLst>
          </p:cNvPr>
          <p:cNvSpPr txBox="1"/>
          <p:nvPr/>
        </p:nvSpPr>
        <p:spPr>
          <a:xfrm>
            <a:off x="791113" y="1358144"/>
            <a:ext cx="10772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i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i="1" u="sng" dirty="0"/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10241289" y="620528"/>
            <a:ext cx="777432" cy="65371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10371303" y="2579062"/>
            <a:ext cx="388716" cy="326856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10850423" y="5101829"/>
            <a:ext cx="388716" cy="32685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9424470" y="3333750"/>
            <a:ext cx="777432" cy="653712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E0A7CE1-DCC1-45DB-8091-2D746DACBDB5}"/>
              </a:ext>
            </a:extLst>
          </p:cNvPr>
          <p:cNvCxnSpPr/>
          <p:nvPr/>
        </p:nvCxnSpPr>
        <p:spPr>
          <a:xfrm flipH="1">
            <a:off x="-133855" y="149786"/>
            <a:ext cx="777432" cy="653712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B23AE79-75A8-4CF2-8F2B-D6F152AAD396}"/>
              </a:ext>
            </a:extLst>
          </p:cNvPr>
          <p:cNvCxnSpPr/>
          <p:nvPr/>
        </p:nvCxnSpPr>
        <p:spPr>
          <a:xfrm flipH="1">
            <a:off x="2446" y="694239"/>
            <a:ext cx="388716" cy="326856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F2B11484-BAE0-47AB-B09F-C7B52340F0FB}"/>
              </a:ext>
            </a:extLst>
          </p:cNvPr>
          <p:cNvSpPr/>
          <p:nvPr/>
        </p:nvSpPr>
        <p:spPr>
          <a:xfrm>
            <a:off x="858377" y="544004"/>
            <a:ext cx="2219518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Curriculum Vitae</a:t>
            </a:r>
          </a:p>
          <a:p>
            <a:endParaRPr lang="en-US" altLang="zh-CN" b="1" dirty="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左中括号 11">
            <a:extLst>
              <a:ext uri="{FF2B5EF4-FFF2-40B4-BE49-F238E27FC236}">
                <a16:creationId xmlns:a16="http://schemas.microsoft.com/office/drawing/2014/main" id="{2B57641B-D687-4126-B345-258966B37694}"/>
              </a:ext>
            </a:extLst>
          </p:cNvPr>
          <p:cNvSpPr/>
          <p:nvPr/>
        </p:nvSpPr>
        <p:spPr>
          <a:xfrm>
            <a:off x="755109" y="476642"/>
            <a:ext cx="72008" cy="50405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C94013-868A-40B9-A739-94817E4239FD}"/>
              </a:ext>
            </a:extLst>
          </p:cNvPr>
          <p:cNvSpPr/>
          <p:nvPr/>
        </p:nvSpPr>
        <p:spPr>
          <a:xfrm>
            <a:off x="1015452" y="3480505"/>
            <a:ext cx="10161096" cy="2636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133" dirty="0">
                <a:solidFill>
                  <a:srgbClr val="B232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EXPERIENCE</a:t>
            </a:r>
            <a:endParaRPr lang="zh-CN" altLang="zh-CN" sz="2133" dirty="0">
              <a:solidFill>
                <a:srgbClr val="B2321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0"/>
              </a:spcAft>
            </a:pPr>
            <a:r>
              <a:rPr lang="en-US" altLang="zh-CN" b="1" dirty="0">
                <a:latin typeface="Times New Roman" panose="02020603050405020304" pitchFamily="18" charset="0"/>
              </a:rPr>
              <a:t> 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</a:rPr>
              <a:t>Duan C</a:t>
            </a: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, Pan J, Li R. Thick Cloud Removal of Remote Sensing Images Using Temporal Smoothness and Sparsity Regularized Tensor Optimization. Remote Sens. 2020, 12, 3446.</a:t>
            </a:r>
            <a:endParaRPr lang="zh-CN" altLang="zh-CN" dirty="0">
              <a:latin typeface="Arial" panose="020B0604020202020204"/>
              <a:ea typeface="微软雅黑" panose="020B0503020204020204" pitchFamily="34" charset="-122"/>
            </a:endParaRP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Cong M,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</a:rPr>
              <a:t>Duan C</a:t>
            </a: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*, Xu M, Tao Y. Road Extraction from High Resolution Remote Sensing Image based on Shape Analysis with Gestalt Theory. Remote Sensing Technology and Application, 2019, 34(3): 595-601.</a:t>
            </a:r>
            <a:endParaRPr lang="zh-CN" altLang="zh-CN" dirty="0"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Li R, Zheng S,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</a:rPr>
              <a:t>Duan C</a:t>
            </a: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, et al. Classification of Hyperspectral Image Based on Double-Branch Dual-Attention Mechanism Network, Remote Sensing, 2020, 12, 582.</a:t>
            </a:r>
            <a:endParaRPr lang="zh-CN" altLang="en-US" dirty="0"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78099A-1CC4-488B-AC62-EE37128B8066}"/>
              </a:ext>
            </a:extLst>
          </p:cNvPr>
          <p:cNvSpPr/>
          <p:nvPr/>
        </p:nvSpPr>
        <p:spPr>
          <a:xfrm>
            <a:off x="938649" y="864960"/>
            <a:ext cx="9144000" cy="2687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133" dirty="0">
                <a:solidFill>
                  <a:srgbClr val="B232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Awards and Honors</a:t>
            </a:r>
          </a:p>
          <a:p>
            <a:pPr algn="ctr">
              <a:spcAft>
                <a:spcPts val="0"/>
              </a:spcAft>
            </a:pPr>
            <a:endParaRPr lang="en-US" altLang="zh-CN" sz="2133" dirty="0">
              <a:solidFill>
                <a:srgbClr val="B2321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0"/>
              </a:spcAft>
            </a:pP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2015-2016 National Scholarship (6/502)</a:t>
            </a:r>
          </a:p>
          <a:p>
            <a:pPr algn="ctr">
              <a:spcAft>
                <a:spcPts val="0"/>
              </a:spcAft>
            </a:pP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2016-2017 National Scholarship (6/502)</a:t>
            </a:r>
          </a:p>
          <a:p>
            <a:pPr algn="ctr">
              <a:spcAft>
                <a:spcPts val="0"/>
              </a:spcAft>
            </a:pP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2018-2019 Truth-seeking Star Scholarship (10 students in </a:t>
            </a:r>
            <a:r>
              <a:rPr lang="en-US" altLang="zh-CN" dirty="0" err="1">
                <a:latin typeface="Arial" panose="020B0604020202020204"/>
                <a:ea typeface="微软雅黑" panose="020B0503020204020204" pitchFamily="34" charset="-122"/>
              </a:rPr>
              <a:t>Chang’an</a:t>
            </a: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 University)</a:t>
            </a:r>
          </a:p>
          <a:p>
            <a:pPr algn="ctr">
              <a:spcAft>
                <a:spcPts val="0"/>
              </a:spcAft>
            </a:pP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2018-2019 Outstanding member of Communist Party (6/502)</a:t>
            </a:r>
          </a:p>
          <a:p>
            <a:pPr algn="ctr"/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2019 Scholarship of Outstanding Undergraduate (23/502) </a:t>
            </a:r>
          </a:p>
          <a:p>
            <a:pPr algn="ctr"/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2019-2020 Outstanding Academic Scholarship</a:t>
            </a:r>
          </a:p>
          <a:p>
            <a:pPr algn="ctr">
              <a:spcAft>
                <a:spcPts val="0"/>
              </a:spcAft>
            </a:pPr>
            <a:endParaRPr lang="zh-CN" altLang="zh-CN" dirty="0">
              <a:latin typeface="Times New Roman" panose="02020603050405020304" pitchFamily="18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58C6CC8-DA7B-4B2B-B299-616DBC38334D}"/>
              </a:ext>
            </a:extLst>
          </p:cNvPr>
          <p:cNvCxnSpPr>
            <a:cxnSpLocks/>
          </p:cNvCxnSpPr>
          <p:nvPr/>
        </p:nvCxnSpPr>
        <p:spPr>
          <a:xfrm flipH="1">
            <a:off x="11174910" y="3226296"/>
            <a:ext cx="388716" cy="321634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 flipH="1">
            <a:off x="-193564" y="217178"/>
            <a:ext cx="777432" cy="653712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-57263" y="761631"/>
            <a:ext cx="388716" cy="326856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798668" y="611396"/>
            <a:ext cx="2505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2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Cloud</a:t>
            </a:r>
            <a:r>
              <a:rPr lang="zh-CN" altLang="en-US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removal</a:t>
            </a:r>
            <a:r>
              <a:rPr lang="zh-CN" altLang="en-US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task</a:t>
            </a:r>
          </a:p>
        </p:txBody>
      </p:sp>
      <p:sp>
        <p:nvSpPr>
          <p:cNvPr id="37" name="左中括号 36"/>
          <p:cNvSpPr/>
          <p:nvPr/>
        </p:nvSpPr>
        <p:spPr>
          <a:xfrm>
            <a:off x="695400" y="544034"/>
            <a:ext cx="72008" cy="50405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8858FB8-45D2-4301-AE5B-3E9AA76B38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262" y="1519424"/>
            <a:ext cx="9363475" cy="3819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 flipH="1">
            <a:off x="-193564" y="217178"/>
            <a:ext cx="777432" cy="653712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-57263" y="761631"/>
            <a:ext cx="388716" cy="326856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左中括号 16"/>
          <p:cNvSpPr/>
          <p:nvPr/>
        </p:nvSpPr>
        <p:spPr>
          <a:xfrm>
            <a:off x="695400" y="544034"/>
            <a:ext cx="72008" cy="50405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04DDDE-4FD2-495C-BD86-7D652DF9AADC}"/>
              </a:ext>
            </a:extLst>
          </p:cNvPr>
          <p:cNvSpPr/>
          <p:nvPr/>
        </p:nvSpPr>
        <p:spPr>
          <a:xfrm>
            <a:off x="798668" y="611396"/>
            <a:ext cx="2505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2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Cloud</a:t>
            </a:r>
            <a:r>
              <a:rPr lang="zh-CN" altLang="en-US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removal</a:t>
            </a:r>
            <a:r>
              <a:rPr lang="zh-CN" altLang="en-US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task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1B2BEB-C92C-46D9-A022-C564028FC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52" y="1443221"/>
            <a:ext cx="4800600" cy="723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DFD590-88D7-453F-9D21-9EA04210E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15" y="2397977"/>
            <a:ext cx="5200650" cy="16383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33F067A-C6A6-47DF-9EF1-B997F8285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95" y="3963942"/>
            <a:ext cx="7239000" cy="280987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F461137-2167-4E7D-90DF-66A96596713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60" r="2861"/>
          <a:stretch/>
        </p:blipFill>
        <p:spPr>
          <a:xfrm>
            <a:off x="5179292" y="601155"/>
            <a:ext cx="6875613" cy="61726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9344D66-7F08-48D5-8665-28C99797FB66}"/>
              </a:ext>
            </a:extLst>
          </p:cNvPr>
          <p:cNvSpPr/>
          <p:nvPr/>
        </p:nvSpPr>
        <p:spPr>
          <a:xfrm>
            <a:off x="195152" y="1443221"/>
            <a:ext cx="4800600" cy="7239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818598-9797-4D87-ACFF-EE6F64B54798}"/>
              </a:ext>
            </a:extLst>
          </p:cNvPr>
          <p:cNvSpPr/>
          <p:nvPr/>
        </p:nvSpPr>
        <p:spPr>
          <a:xfrm>
            <a:off x="195152" y="2341630"/>
            <a:ext cx="4800600" cy="162231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 flipH="1">
            <a:off x="-193564" y="217178"/>
            <a:ext cx="777432" cy="653712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-57263" y="761631"/>
            <a:ext cx="388716" cy="326856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左中括号 16"/>
          <p:cNvSpPr/>
          <p:nvPr/>
        </p:nvSpPr>
        <p:spPr>
          <a:xfrm>
            <a:off x="695400" y="544034"/>
            <a:ext cx="72008" cy="50405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04DDDE-4FD2-495C-BD86-7D652DF9AADC}"/>
              </a:ext>
            </a:extLst>
          </p:cNvPr>
          <p:cNvSpPr/>
          <p:nvPr/>
        </p:nvSpPr>
        <p:spPr>
          <a:xfrm>
            <a:off x="798668" y="611396"/>
            <a:ext cx="4685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3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</a:rPr>
              <a:t>Classification of Hyperspectral images </a:t>
            </a:r>
            <a:endParaRPr lang="en-US" altLang="zh-CN" b="1" dirty="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7E76FB-011D-463F-8057-B205DF7D8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436" y="217178"/>
            <a:ext cx="5175603" cy="6624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302BF1-D8B3-4433-B9A4-E67EF95B2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92" y="1744375"/>
            <a:ext cx="6346671" cy="3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34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 flipH="1">
            <a:off x="-193564" y="217178"/>
            <a:ext cx="777432" cy="653712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-57263" y="761631"/>
            <a:ext cx="388716" cy="326856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左中括号 16"/>
          <p:cNvSpPr/>
          <p:nvPr/>
        </p:nvSpPr>
        <p:spPr>
          <a:xfrm>
            <a:off x="695400" y="544034"/>
            <a:ext cx="72008" cy="50405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04DDDE-4FD2-495C-BD86-7D652DF9AADC}"/>
              </a:ext>
            </a:extLst>
          </p:cNvPr>
          <p:cNvSpPr/>
          <p:nvPr/>
        </p:nvSpPr>
        <p:spPr>
          <a:xfrm>
            <a:off x="798668" y="611396"/>
            <a:ext cx="71609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4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en-US" altLang="zh-CN" b="1" dirty="0">
                <a:latin typeface="Arial" panose="020B0604020202020204"/>
                <a:ea typeface="微软雅黑" panose="020B0503020204020204" pitchFamily="34" charset="-122"/>
              </a:rPr>
              <a:t>Road Extraction from High Resolution Remote Sensing Image</a:t>
            </a:r>
            <a:endParaRPr lang="en-US" altLang="zh-CN" b="1" dirty="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198133-866B-4404-93ED-F1559F8F65BE}"/>
              </a:ext>
            </a:extLst>
          </p:cNvPr>
          <p:cNvSpPr txBox="1"/>
          <p:nvPr/>
        </p:nvSpPr>
        <p:spPr>
          <a:xfrm>
            <a:off x="2599391" y="1698534"/>
            <a:ext cx="274610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Preliminary interpretation </a:t>
            </a:r>
            <a:endParaRPr lang="zh-CN" altLang="en-US" dirty="0"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62926D5-8214-4E02-B802-4D52273B914F}"/>
              </a:ext>
            </a:extLst>
          </p:cNvPr>
          <p:cNvSpPr txBox="1"/>
          <p:nvPr/>
        </p:nvSpPr>
        <p:spPr>
          <a:xfrm>
            <a:off x="2504628" y="2626372"/>
            <a:ext cx="37487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Calculate the reliability and classify</a:t>
            </a:r>
            <a:endParaRPr lang="zh-CN" altLang="en-US" dirty="0"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67E3D4B-86C0-417D-9D1A-8B8C48623FC1}"/>
              </a:ext>
            </a:extLst>
          </p:cNvPr>
          <p:cNvSpPr txBox="1"/>
          <p:nvPr/>
        </p:nvSpPr>
        <p:spPr>
          <a:xfrm>
            <a:off x="4304899" y="4576608"/>
            <a:ext cx="382311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Width/length       Road       Separate</a:t>
            </a:r>
            <a:endParaRPr lang="zh-CN" altLang="en-US" dirty="0"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0AC9A0-7FB3-4BFC-BF94-C1F960EEF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82" y="3060190"/>
            <a:ext cx="4514153" cy="138744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C64C7EA-3083-4FDB-AE13-CBB60B5672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487"/>
          <a:stretch/>
        </p:blipFill>
        <p:spPr>
          <a:xfrm>
            <a:off x="767409" y="1187067"/>
            <a:ext cx="1747328" cy="139226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D8861B7-F4DA-43DA-BE9E-53BBD23A8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4836" y="5591401"/>
            <a:ext cx="1577159" cy="126659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6351125-D96B-4084-AFAC-B45F0EB72810}"/>
              </a:ext>
            </a:extLst>
          </p:cNvPr>
          <p:cNvSpPr/>
          <p:nvPr/>
        </p:nvSpPr>
        <p:spPr>
          <a:xfrm>
            <a:off x="5598341" y="5137149"/>
            <a:ext cx="1236236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/>
                <a:ea typeface="微软雅黑" panose="020B0503020204020204" pitchFamily="34" charset="-122"/>
              </a:rPr>
              <a:t>composite</a:t>
            </a:r>
            <a:endParaRPr lang="zh-CN" altLang="en-US" dirty="0">
              <a:latin typeface="Arial" panose="020B0604020202020204"/>
              <a:ea typeface="微软雅黑" panose="020B0503020204020204" pitchFamily="34" charset="-122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F0E6E27-8D69-4288-BD26-CAEDE71858BC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6216459" y="2593355"/>
            <a:ext cx="2" cy="4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1C306C32-8BB6-49E4-8F39-795D65CDAD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402"/>
          <a:stretch/>
        </p:blipFill>
        <p:spPr>
          <a:xfrm>
            <a:off x="5430154" y="1187067"/>
            <a:ext cx="1646525" cy="1392267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FA3E880-BE4A-4E27-B0E2-CE0460A56CE3}"/>
              </a:ext>
            </a:extLst>
          </p:cNvPr>
          <p:cNvCxnSpPr>
            <a:cxnSpLocks/>
          </p:cNvCxnSpPr>
          <p:nvPr/>
        </p:nvCxnSpPr>
        <p:spPr>
          <a:xfrm>
            <a:off x="2514737" y="2025683"/>
            <a:ext cx="29931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B619967-471C-435A-A737-47B039EF43A7}"/>
              </a:ext>
            </a:extLst>
          </p:cNvPr>
          <p:cNvCxnSpPr>
            <a:cxnSpLocks/>
          </p:cNvCxnSpPr>
          <p:nvPr/>
        </p:nvCxnSpPr>
        <p:spPr>
          <a:xfrm>
            <a:off x="6202594" y="5506481"/>
            <a:ext cx="0" cy="1912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7797555-96A1-49B4-8CD1-112E7202B1BF}"/>
              </a:ext>
            </a:extLst>
          </p:cNvPr>
          <p:cNvCxnSpPr>
            <a:cxnSpLocks/>
            <a:stCxn id="19" idx="2"/>
            <a:endCxn id="27" idx="0"/>
          </p:cNvCxnSpPr>
          <p:nvPr/>
        </p:nvCxnSpPr>
        <p:spPr>
          <a:xfrm>
            <a:off x="6216458" y="4945940"/>
            <a:ext cx="1" cy="1912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E540E97-B5B5-450A-8F85-1EAA95383C3F}"/>
              </a:ext>
            </a:extLst>
          </p:cNvPr>
          <p:cNvCxnSpPr>
            <a:cxnSpLocks/>
          </p:cNvCxnSpPr>
          <p:nvPr/>
        </p:nvCxnSpPr>
        <p:spPr>
          <a:xfrm>
            <a:off x="6239594" y="4415502"/>
            <a:ext cx="0" cy="1611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115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1029" cy="815818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0"/>
            <a:ext cx="12221030" cy="8158187"/>
          </a:xfrm>
          <a:prstGeom prst="rect">
            <a:avLst/>
          </a:prstGeom>
          <a:gradFill>
            <a:gsLst>
              <a:gs pos="44000">
                <a:srgbClr val="DDDCD6">
                  <a:alpha val="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7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bamboo">
            <a:hlinkClick r:id="" action="ppaction://media"/>
          </p:cNvPr>
          <p:cNvPicPr>
            <a:picLocks noChangeAspect="1"/>
          </p:cNvPicPr>
          <p:nvPr>
            <a:audioFile r:link="rId1"/>
          </p:nvPr>
        </p:nvPicPr>
        <p:blipFill>
          <a:blip/>
          <a:stretch>
            <a:fillRect/>
          </a:stretch>
        </p:blipFill>
        <p:spPr>
          <a:xfrm>
            <a:off x="-638629" y="-765629"/>
            <a:ext cx="609600" cy="6096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013625" y="3679423"/>
            <a:ext cx="41937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7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4537044" y="3565282"/>
            <a:ext cx="388716" cy="326856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7552845" y="4174497"/>
            <a:ext cx="654557" cy="534334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7273348" y="3565282"/>
            <a:ext cx="388716" cy="32685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5213938" y="4612585"/>
            <a:ext cx="654557" cy="534334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1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3217</TotalTime>
  <Words>248</Words>
  <Application>Microsoft Office PowerPoint</Application>
  <PresentationFormat>宽屏</PresentationFormat>
  <Paragraphs>44</Paragraphs>
  <Slides>8</Slides>
  <Notes>8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微软雅黑</vt:lpstr>
      <vt:lpstr>Arial</vt:lpstr>
      <vt:lpstr>Century Gothic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九九 王</dc:creator>
  <cp:lastModifiedBy>duansunshine</cp:lastModifiedBy>
  <cp:revision>98</cp:revision>
  <dcterms:created xsi:type="dcterms:W3CDTF">2019-02-02T09:15:00Z</dcterms:created>
  <dcterms:modified xsi:type="dcterms:W3CDTF">2020-11-15T01:59:49Z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2052-11.1.0.8236</vt:lpwstr>
  </property>
</Properties>
</file>